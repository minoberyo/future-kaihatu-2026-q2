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359125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積み音（つみね）です。コードは音を積み上げてできている、という体感をそのまま名前にしました。</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まず前回のふりかえりからです。去年つくったアプリは、正直「音が鳴るだけ」でした。コードを1つ鳴らせても、それだけでは何も分かるようにならなかった。</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つかめなかったのは3つです。進行の流れ、テンションの響きの変化、そして曲になっていく実感。原因は単純で、それを作る技術力が当時の自分になかったからです。</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今回決めたのはひとつだけです。読ませる前に聴かせる。押したらまず鳴って、説明はそのあと。この順番を全画面で守りました。</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6つの画面それぞれに体感をひとつ割り当てました。デモはこの一周の流れで見ていただきます。</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練習モードです。音を1つ足すと積み木が1段のびて、鍵盤の同じ音が同じ色で光ります。これがアプリ名の由来にもなっています。</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作曲モードです。ピアノロールでブロックをドラッグして編集できます。ベースを足したときに急に曲っぽくなる、あの感じを出したかった画面です。</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作曲していて必ず手が止まる「次どれ置くの」に答える機能です。4つの役割で候補を出して、カーソルを乗せると鳴ります。聴いてから選べます。</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進行は度数で持っているので、移調しても逆引きしても同じデータで動きます。自分が組んだ進行が知っている曲と同じだった、という気づきが入口になります。</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魔法陣は五度圏です。進行を再生すると鳴っているコードが円の上で光って移動します。進行が「移動」として見える画面です。</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ここで前回の課題に戻ります。つかめなかった3つは、それぞれこういう形で解けました。</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中身の話です。前回いちばん苦しかったのは同じ計算があちこちに散らばっていたことなので、そこを最初に直しました。</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いまの規模です。テストは254件あって全部通っています。画面を開かなくても理論が合っているか確かめられる状態にしてあります。</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まだできていないことです。体感につながるものを先に、精度が読めないものを最後に回しています。</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まとめです。音を先に、言葉をあとに。そして固定のデモではなく全部計算で動かしています。ご清聴ありがとうございました。</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21A"/>
        </a:solidFill>
        <a:effectLst/>
      </p:bgPr>
    </p:bg>
    <p:spTree>
      <p:nvGrpSpPr>
        <p:cNvPr id="1" name=""/>
        <p:cNvGrpSpPr/>
        <p:nvPr/>
      </p:nvGrpSpPr>
      <p:grpSpPr>
        <a:xfrm>
          <a:off x="0" y="0"/>
          <a:ext cx="0" cy="0"/>
          <a:chOff x="0" y="0"/>
          <a:chExt cx="0" cy="0"/>
        </a:xfrm>
      </p:grpSpPr>
      <p:sp>
        <p:nvSpPr>
          <p:cNvPr id="2" name="Shape 0"/>
          <p:cNvSpPr/>
          <p:nvPr/>
        </p:nvSpPr>
        <p:spPr>
          <a:xfrm>
            <a:off x="1188720" y="1234440"/>
            <a:ext cx="960120" cy="292608"/>
          </a:xfrm>
          <a:prstGeom prst="roundRect">
            <a:avLst>
              <a:gd name="adj" fmla="val 50000"/>
            </a:avLst>
          </a:prstGeom>
          <a:solidFill>
            <a:srgbClr val="35C7D9"/>
          </a:solidFill>
          <a:ln/>
        </p:spPr>
        <p:txBody>
          <a:bodyPr/>
          <a:lstStyle/>
          <a:p>
            <a:endParaRPr lang="ja-JP" altLang="en-US"/>
          </a:p>
        </p:txBody>
      </p:sp>
      <p:sp>
        <p:nvSpPr>
          <p:cNvPr id="3" name="Shape 1"/>
          <p:cNvSpPr/>
          <p:nvPr/>
        </p:nvSpPr>
        <p:spPr>
          <a:xfrm>
            <a:off x="1051560" y="1618488"/>
            <a:ext cx="1234440" cy="292608"/>
          </a:xfrm>
          <a:prstGeom prst="roundRect">
            <a:avLst>
              <a:gd name="adj" fmla="val 50000"/>
            </a:avLst>
          </a:prstGeom>
          <a:solidFill>
            <a:srgbClr val="F0A63C"/>
          </a:solidFill>
          <a:ln/>
        </p:spPr>
        <p:txBody>
          <a:bodyPr/>
          <a:lstStyle/>
          <a:p>
            <a:endParaRPr lang="ja-JP" altLang="en-US"/>
          </a:p>
        </p:txBody>
      </p:sp>
      <p:sp>
        <p:nvSpPr>
          <p:cNvPr id="4" name="Shape 2"/>
          <p:cNvSpPr/>
          <p:nvPr/>
        </p:nvSpPr>
        <p:spPr>
          <a:xfrm>
            <a:off x="914400" y="2002536"/>
            <a:ext cx="1508760" cy="292608"/>
          </a:xfrm>
          <a:prstGeom prst="roundRect">
            <a:avLst>
              <a:gd name="adj" fmla="val 50000"/>
            </a:avLst>
          </a:prstGeom>
          <a:solidFill>
            <a:srgbClr val="4ADE80"/>
          </a:solidFill>
          <a:ln/>
        </p:spPr>
        <p:txBody>
          <a:bodyPr/>
          <a:lstStyle/>
          <a:p>
            <a:endParaRPr lang="ja-JP" altLang="en-US"/>
          </a:p>
        </p:txBody>
      </p:sp>
      <p:sp>
        <p:nvSpPr>
          <p:cNvPr id="5" name="Shape 3"/>
          <p:cNvSpPr/>
          <p:nvPr/>
        </p:nvSpPr>
        <p:spPr>
          <a:xfrm>
            <a:off x="777240" y="2386584"/>
            <a:ext cx="1783080" cy="292608"/>
          </a:xfrm>
          <a:prstGeom prst="roundRect">
            <a:avLst>
              <a:gd name="adj" fmla="val 50000"/>
            </a:avLst>
          </a:prstGeom>
          <a:solidFill>
            <a:srgbClr val="6D8DFF"/>
          </a:solidFill>
          <a:ln/>
        </p:spPr>
        <p:txBody>
          <a:bodyPr/>
          <a:lstStyle/>
          <a:p>
            <a:endParaRPr lang="ja-JP" altLang="en-US"/>
          </a:p>
        </p:txBody>
      </p:sp>
      <p:sp>
        <p:nvSpPr>
          <p:cNvPr id="6" name="Text 4"/>
          <p:cNvSpPr/>
          <p:nvPr/>
        </p:nvSpPr>
        <p:spPr>
          <a:xfrm>
            <a:off x="777240" y="2971800"/>
            <a:ext cx="8686800" cy="960120"/>
          </a:xfrm>
          <a:prstGeom prst="rect">
            <a:avLst/>
          </a:prstGeom>
          <a:noFill/>
          <a:ln/>
        </p:spPr>
        <p:txBody>
          <a:bodyPr wrap="square" lIns="0" tIns="0" rIns="0" bIns="0" rtlCol="0" anchor="ctr"/>
          <a:lstStyle/>
          <a:p>
            <a:pPr marL="0" indent="0">
              <a:buNone/>
            </a:pPr>
            <a:r>
              <a:rPr lang="en-US" sz="6600" b="1" dirty="0">
                <a:solidFill>
                  <a:srgbClr val="ECE9F5"/>
                </a:solidFill>
                <a:latin typeface="Arial" pitchFamily="34" charset="0"/>
                <a:ea typeface="Arial" pitchFamily="34" charset="-122"/>
                <a:cs typeface="Arial" pitchFamily="34" charset="-120"/>
              </a:rPr>
              <a:t>積み音</a:t>
            </a:r>
            <a:r>
              <a:rPr lang="en-US" sz="1900" b="1" kern="0" spc="500" dirty="0">
                <a:solidFill>
                  <a:srgbClr val="A49DBD"/>
                </a:solidFill>
                <a:latin typeface="Arial" pitchFamily="34" charset="0"/>
                <a:ea typeface="Arial" pitchFamily="34" charset="-122"/>
                <a:cs typeface="Arial" pitchFamily="34" charset="-120"/>
              </a:rPr>
              <a:t>   つみね</a:t>
            </a:r>
            <a:endParaRPr lang="en-US" sz="6600" dirty="0"/>
          </a:p>
        </p:txBody>
      </p:sp>
      <p:sp>
        <p:nvSpPr>
          <p:cNvPr id="7" name="Text 5"/>
          <p:cNvSpPr/>
          <p:nvPr/>
        </p:nvSpPr>
        <p:spPr>
          <a:xfrm>
            <a:off x="777240" y="3977640"/>
            <a:ext cx="8686800" cy="384048"/>
          </a:xfrm>
          <a:prstGeom prst="rect">
            <a:avLst/>
          </a:prstGeom>
          <a:noFill/>
          <a:ln/>
        </p:spPr>
        <p:txBody>
          <a:bodyPr wrap="square" lIns="0" tIns="0" rIns="0" bIns="0" rtlCol="0" anchor="ctr"/>
          <a:lstStyle/>
          <a:p>
            <a:pPr marL="0" indent="0">
              <a:buNone/>
            </a:pPr>
            <a:r>
              <a:rPr lang="en-US" sz="2000" dirty="0">
                <a:solidFill>
                  <a:srgbClr val="6D8DFF"/>
                </a:solidFill>
                <a:latin typeface="Arial" pitchFamily="34" charset="0"/>
                <a:ea typeface="Arial" pitchFamily="34" charset="-122"/>
                <a:cs typeface="Arial" pitchFamily="34" charset="-120"/>
              </a:rPr>
              <a:t>コードは、音を積み上げてできている。</a:t>
            </a:r>
            <a:endParaRPr lang="en-US" sz="2000" dirty="0"/>
          </a:p>
        </p:txBody>
      </p:sp>
      <p:sp>
        <p:nvSpPr>
          <p:cNvPr id="8" name="Text 6"/>
          <p:cNvSpPr/>
          <p:nvPr/>
        </p:nvSpPr>
        <p:spPr>
          <a:xfrm>
            <a:off x="777240" y="4434840"/>
            <a:ext cx="8686800" cy="329184"/>
          </a:xfrm>
          <a:prstGeom prst="rect">
            <a:avLst/>
          </a:prstGeom>
          <a:noFill/>
          <a:ln/>
        </p:spPr>
        <p:txBody>
          <a:bodyPr wrap="square" lIns="0" tIns="0" rIns="0" bIns="0" rtlCol="0" anchor="ctr"/>
          <a:lstStyle/>
          <a:p>
            <a:pPr marL="0" indent="0">
              <a:buNone/>
            </a:pPr>
            <a:r>
              <a:rPr lang="en-US" sz="1350" dirty="0">
                <a:solidFill>
                  <a:srgbClr val="A49DBD"/>
                </a:solidFill>
                <a:latin typeface="Arial" pitchFamily="34" charset="0"/>
                <a:ea typeface="Arial" pitchFamily="34" charset="-122"/>
                <a:cs typeface="Arial" pitchFamily="34" charset="-120"/>
              </a:rPr>
              <a:t>音楽理論を「聴いて」おぼえるWebアプリ　／　個人開発 2026</a:t>
            </a:r>
            <a:endParaRPr lang="en-US" sz="1350" dirty="0"/>
          </a:p>
        </p:txBody>
      </p:sp>
      <p:sp>
        <p:nvSpPr>
          <p:cNvPr id="9" name="Text 7"/>
          <p:cNvSpPr/>
          <p:nvPr/>
        </p:nvSpPr>
        <p:spPr>
          <a:xfrm>
            <a:off x="777240" y="4800600"/>
            <a:ext cx="8686800" cy="329184"/>
          </a:xfrm>
          <a:prstGeom prst="rect">
            <a:avLst/>
          </a:prstGeom>
          <a:noFill/>
          <a:ln/>
        </p:spPr>
        <p:txBody>
          <a:bodyPr wrap="square" lIns="0" tIns="0" rIns="0" bIns="0" rtlCol="0" anchor="ctr"/>
          <a:lstStyle/>
          <a:p>
            <a:pPr marL="0" indent="0">
              <a:buNone/>
            </a:pPr>
            <a:r>
              <a:rPr lang="en-US" sz="1350" dirty="0">
                <a:solidFill>
                  <a:srgbClr val="A49DBD"/>
                </a:solidFill>
                <a:latin typeface="Arial" pitchFamily="34" charset="0"/>
                <a:ea typeface="Arial" pitchFamily="34" charset="-122"/>
                <a:cs typeface="Arial" pitchFamily="34" charset="-120"/>
              </a:rPr>
              <a:t>武蔵野大学 データサイエンス学部 2年　美濃部稜</a:t>
            </a:r>
            <a:endParaRPr lang="en-US" sz="1350" dirty="0"/>
          </a:p>
        </p:txBody>
      </p:sp>
      <p:sp>
        <p:nvSpPr>
          <p:cNvPr id="10" name="Shape 8"/>
          <p:cNvSpPr/>
          <p:nvPr/>
        </p:nvSpPr>
        <p:spPr>
          <a:xfrm>
            <a:off x="0" y="5870448"/>
            <a:ext cx="417130" cy="987552"/>
          </a:xfrm>
          <a:prstGeom prst="roundRect">
            <a:avLst>
              <a:gd name="adj" fmla="val 6576"/>
            </a:avLst>
          </a:prstGeom>
          <a:solidFill>
            <a:srgbClr val="6D8DFF"/>
          </a:solidFill>
          <a:ln w="6350">
            <a:solidFill>
              <a:srgbClr val="33304A"/>
            </a:solidFill>
            <a:prstDash val="solid"/>
          </a:ln>
        </p:spPr>
        <p:txBody>
          <a:bodyPr/>
          <a:lstStyle/>
          <a:p>
            <a:endParaRPr lang="ja-JP" altLang="en-US"/>
          </a:p>
        </p:txBody>
      </p:sp>
      <p:sp>
        <p:nvSpPr>
          <p:cNvPr id="11" name="Shape 9"/>
          <p:cNvSpPr/>
          <p:nvPr/>
        </p:nvSpPr>
        <p:spPr>
          <a:xfrm>
            <a:off x="435418" y="5870448"/>
            <a:ext cx="417130" cy="987552"/>
          </a:xfrm>
          <a:prstGeom prst="roundRect">
            <a:avLst>
              <a:gd name="adj" fmla="val 6576"/>
            </a:avLst>
          </a:prstGeom>
          <a:solidFill>
            <a:srgbClr val="2B2739"/>
          </a:solidFill>
          <a:ln w="6350">
            <a:solidFill>
              <a:srgbClr val="33304A"/>
            </a:solidFill>
            <a:prstDash val="solid"/>
          </a:ln>
        </p:spPr>
        <p:txBody>
          <a:bodyPr/>
          <a:lstStyle/>
          <a:p>
            <a:endParaRPr lang="ja-JP" altLang="en-US"/>
          </a:p>
        </p:txBody>
      </p:sp>
      <p:sp>
        <p:nvSpPr>
          <p:cNvPr id="12" name="Shape 10"/>
          <p:cNvSpPr/>
          <p:nvPr/>
        </p:nvSpPr>
        <p:spPr>
          <a:xfrm>
            <a:off x="870835" y="5870448"/>
            <a:ext cx="417130" cy="987552"/>
          </a:xfrm>
          <a:prstGeom prst="roundRect">
            <a:avLst>
              <a:gd name="adj" fmla="val 6576"/>
            </a:avLst>
          </a:prstGeom>
          <a:solidFill>
            <a:srgbClr val="4ADE80"/>
          </a:solidFill>
          <a:ln w="6350">
            <a:solidFill>
              <a:srgbClr val="33304A"/>
            </a:solidFill>
            <a:prstDash val="solid"/>
          </a:ln>
        </p:spPr>
        <p:txBody>
          <a:bodyPr/>
          <a:lstStyle/>
          <a:p>
            <a:endParaRPr lang="ja-JP" altLang="en-US"/>
          </a:p>
        </p:txBody>
      </p:sp>
      <p:sp>
        <p:nvSpPr>
          <p:cNvPr id="13" name="Shape 11"/>
          <p:cNvSpPr/>
          <p:nvPr/>
        </p:nvSpPr>
        <p:spPr>
          <a:xfrm>
            <a:off x="1306253" y="5870448"/>
            <a:ext cx="417130" cy="987552"/>
          </a:xfrm>
          <a:prstGeom prst="roundRect">
            <a:avLst>
              <a:gd name="adj" fmla="val 6576"/>
            </a:avLst>
          </a:prstGeom>
          <a:solidFill>
            <a:srgbClr val="2B2739"/>
          </a:solidFill>
          <a:ln w="6350">
            <a:solidFill>
              <a:srgbClr val="33304A"/>
            </a:solidFill>
            <a:prstDash val="solid"/>
          </a:ln>
        </p:spPr>
        <p:txBody>
          <a:bodyPr/>
          <a:lstStyle/>
          <a:p>
            <a:endParaRPr lang="ja-JP" altLang="en-US"/>
          </a:p>
        </p:txBody>
      </p:sp>
      <p:sp>
        <p:nvSpPr>
          <p:cNvPr id="14" name="Shape 12"/>
          <p:cNvSpPr/>
          <p:nvPr/>
        </p:nvSpPr>
        <p:spPr>
          <a:xfrm>
            <a:off x="1741671" y="5870448"/>
            <a:ext cx="417130" cy="987552"/>
          </a:xfrm>
          <a:prstGeom prst="roundRect">
            <a:avLst>
              <a:gd name="adj" fmla="val 6576"/>
            </a:avLst>
          </a:prstGeom>
          <a:solidFill>
            <a:srgbClr val="F0A63C"/>
          </a:solidFill>
          <a:ln w="6350">
            <a:solidFill>
              <a:srgbClr val="33304A"/>
            </a:solidFill>
            <a:prstDash val="solid"/>
          </a:ln>
        </p:spPr>
        <p:txBody>
          <a:bodyPr/>
          <a:lstStyle/>
          <a:p>
            <a:endParaRPr lang="ja-JP" altLang="en-US"/>
          </a:p>
        </p:txBody>
      </p:sp>
      <p:sp>
        <p:nvSpPr>
          <p:cNvPr id="15" name="Shape 13"/>
          <p:cNvSpPr/>
          <p:nvPr/>
        </p:nvSpPr>
        <p:spPr>
          <a:xfrm>
            <a:off x="2177088" y="5870448"/>
            <a:ext cx="417130" cy="987552"/>
          </a:xfrm>
          <a:prstGeom prst="roundRect">
            <a:avLst>
              <a:gd name="adj" fmla="val 6576"/>
            </a:avLst>
          </a:prstGeom>
          <a:solidFill>
            <a:srgbClr val="2B2739"/>
          </a:solidFill>
          <a:ln w="6350">
            <a:solidFill>
              <a:srgbClr val="33304A"/>
            </a:solidFill>
            <a:prstDash val="solid"/>
          </a:ln>
        </p:spPr>
        <p:txBody>
          <a:bodyPr/>
          <a:lstStyle/>
          <a:p>
            <a:endParaRPr lang="ja-JP" altLang="en-US"/>
          </a:p>
        </p:txBody>
      </p:sp>
      <p:sp>
        <p:nvSpPr>
          <p:cNvPr id="16" name="Shape 14"/>
          <p:cNvSpPr/>
          <p:nvPr/>
        </p:nvSpPr>
        <p:spPr>
          <a:xfrm>
            <a:off x="2612506" y="5870448"/>
            <a:ext cx="417130" cy="987552"/>
          </a:xfrm>
          <a:prstGeom prst="roundRect">
            <a:avLst>
              <a:gd name="adj" fmla="val 6576"/>
            </a:avLst>
          </a:prstGeom>
          <a:solidFill>
            <a:srgbClr val="2B2739"/>
          </a:solidFill>
          <a:ln w="6350">
            <a:solidFill>
              <a:srgbClr val="33304A"/>
            </a:solidFill>
            <a:prstDash val="solid"/>
          </a:ln>
        </p:spPr>
        <p:txBody>
          <a:bodyPr/>
          <a:lstStyle/>
          <a:p>
            <a:endParaRPr lang="ja-JP" altLang="en-US"/>
          </a:p>
        </p:txBody>
      </p:sp>
      <p:sp>
        <p:nvSpPr>
          <p:cNvPr id="17" name="Shape 15"/>
          <p:cNvSpPr/>
          <p:nvPr/>
        </p:nvSpPr>
        <p:spPr>
          <a:xfrm>
            <a:off x="3047924" y="5870448"/>
            <a:ext cx="417130" cy="987552"/>
          </a:xfrm>
          <a:prstGeom prst="roundRect">
            <a:avLst>
              <a:gd name="adj" fmla="val 6576"/>
            </a:avLst>
          </a:prstGeom>
          <a:solidFill>
            <a:srgbClr val="2B2739"/>
          </a:solidFill>
          <a:ln w="6350">
            <a:solidFill>
              <a:srgbClr val="33304A"/>
            </a:solidFill>
            <a:prstDash val="solid"/>
          </a:ln>
        </p:spPr>
        <p:txBody>
          <a:bodyPr/>
          <a:lstStyle/>
          <a:p>
            <a:endParaRPr lang="ja-JP" altLang="en-US"/>
          </a:p>
        </p:txBody>
      </p:sp>
      <p:sp>
        <p:nvSpPr>
          <p:cNvPr id="18" name="Shape 16"/>
          <p:cNvSpPr/>
          <p:nvPr/>
        </p:nvSpPr>
        <p:spPr>
          <a:xfrm>
            <a:off x="3483341" y="5870448"/>
            <a:ext cx="417130" cy="987552"/>
          </a:xfrm>
          <a:prstGeom prst="roundRect">
            <a:avLst>
              <a:gd name="adj" fmla="val 6576"/>
            </a:avLst>
          </a:prstGeom>
          <a:solidFill>
            <a:srgbClr val="2B2739"/>
          </a:solidFill>
          <a:ln w="6350">
            <a:solidFill>
              <a:srgbClr val="33304A"/>
            </a:solidFill>
            <a:prstDash val="solid"/>
          </a:ln>
        </p:spPr>
        <p:txBody>
          <a:bodyPr/>
          <a:lstStyle/>
          <a:p>
            <a:endParaRPr lang="ja-JP" altLang="en-US"/>
          </a:p>
        </p:txBody>
      </p:sp>
      <p:sp>
        <p:nvSpPr>
          <p:cNvPr id="19" name="Shape 17"/>
          <p:cNvSpPr/>
          <p:nvPr/>
        </p:nvSpPr>
        <p:spPr>
          <a:xfrm>
            <a:off x="3918759" y="5870448"/>
            <a:ext cx="417130" cy="987552"/>
          </a:xfrm>
          <a:prstGeom prst="roundRect">
            <a:avLst>
              <a:gd name="adj" fmla="val 6576"/>
            </a:avLst>
          </a:prstGeom>
          <a:solidFill>
            <a:srgbClr val="2B2739"/>
          </a:solidFill>
          <a:ln w="6350">
            <a:solidFill>
              <a:srgbClr val="33304A"/>
            </a:solidFill>
            <a:prstDash val="solid"/>
          </a:ln>
        </p:spPr>
        <p:txBody>
          <a:bodyPr/>
          <a:lstStyle/>
          <a:p>
            <a:endParaRPr lang="ja-JP" altLang="en-US"/>
          </a:p>
        </p:txBody>
      </p:sp>
      <p:sp>
        <p:nvSpPr>
          <p:cNvPr id="20" name="Shape 18"/>
          <p:cNvSpPr/>
          <p:nvPr/>
        </p:nvSpPr>
        <p:spPr>
          <a:xfrm>
            <a:off x="4354177" y="5870448"/>
            <a:ext cx="417130" cy="987552"/>
          </a:xfrm>
          <a:prstGeom prst="roundRect">
            <a:avLst>
              <a:gd name="adj" fmla="val 6576"/>
            </a:avLst>
          </a:prstGeom>
          <a:solidFill>
            <a:srgbClr val="2B2739"/>
          </a:solidFill>
          <a:ln w="6350">
            <a:solidFill>
              <a:srgbClr val="33304A"/>
            </a:solidFill>
            <a:prstDash val="solid"/>
          </a:ln>
        </p:spPr>
        <p:txBody>
          <a:bodyPr/>
          <a:lstStyle/>
          <a:p>
            <a:endParaRPr lang="ja-JP" altLang="en-US"/>
          </a:p>
        </p:txBody>
      </p:sp>
      <p:sp>
        <p:nvSpPr>
          <p:cNvPr id="21" name="Shape 19"/>
          <p:cNvSpPr/>
          <p:nvPr/>
        </p:nvSpPr>
        <p:spPr>
          <a:xfrm>
            <a:off x="4789595" y="5870448"/>
            <a:ext cx="417130" cy="987552"/>
          </a:xfrm>
          <a:prstGeom prst="roundRect">
            <a:avLst>
              <a:gd name="adj" fmla="val 6576"/>
            </a:avLst>
          </a:prstGeom>
          <a:solidFill>
            <a:srgbClr val="2B2739"/>
          </a:solidFill>
          <a:ln w="6350">
            <a:solidFill>
              <a:srgbClr val="33304A"/>
            </a:solidFill>
            <a:prstDash val="solid"/>
          </a:ln>
        </p:spPr>
        <p:txBody>
          <a:bodyPr/>
          <a:lstStyle/>
          <a:p>
            <a:endParaRPr lang="ja-JP" altLang="en-US"/>
          </a:p>
        </p:txBody>
      </p:sp>
      <p:sp>
        <p:nvSpPr>
          <p:cNvPr id="22" name="Shape 20"/>
          <p:cNvSpPr/>
          <p:nvPr/>
        </p:nvSpPr>
        <p:spPr>
          <a:xfrm>
            <a:off x="5225012" y="5870448"/>
            <a:ext cx="417130" cy="987552"/>
          </a:xfrm>
          <a:prstGeom prst="roundRect">
            <a:avLst>
              <a:gd name="adj" fmla="val 6576"/>
            </a:avLst>
          </a:prstGeom>
          <a:solidFill>
            <a:srgbClr val="2B2739"/>
          </a:solidFill>
          <a:ln w="6350">
            <a:solidFill>
              <a:srgbClr val="33304A"/>
            </a:solidFill>
            <a:prstDash val="solid"/>
          </a:ln>
        </p:spPr>
        <p:txBody>
          <a:bodyPr/>
          <a:lstStyle/>
          <a:p>
            <a:endParaRPr lang="ja-JP" altLang="en-US"/>
          </a:p>
        </p:txBody>
      </p:sp>
      <p:sp>
        <p:nvSpPr>
          <p:cNvPr id="23" name="Shape 21"/>
          <p:cNvSpPr/>
          <p:nvPr/>
        </p:nvSpPr>
        <p:spPr>
          <a:xfrm>
            <a:off x="5660430" y="5870448"/>
            <a:ext cx="417130" cy="987552"/>
          </a:xfrm>
          <a:prstGeom prst="roundRect">
            <a:avLst>
              <a:gd name="adj" fmla="val 6576"/>
            </a:avLst>
          </a:prstGeom>
          <a:solidFill>
            <a:srgbClr val="2B2739"/>
          </a:solidFill>
          <a:ln w="6350">
            <a:solidFill>
              <a:srgbClr val="33304A"/>
            </a:solidFill>
            <a:prstDash val="solid"/>
          </a:ln>
        </p:spPr>
        <p:txBody>
          <a:bodyPr/>
          <a:lstStyle/>
          <a:p>
            <a:endParaRPr lang="ja-JP" altLang="en-US"/>
          </a:p>
        </p:txBody>
      </p:sp>
      <p:sp>
        <p:nvSpPr>
          <p:cNvPr id="24" name="Shape 22"/>
          <p:cNvSpPr/>
          <p:nvPr/>
        </p:nvSpPr>
        <p:spPr>
          <a:xfrm>
            <a:off x="6095848" y="5870448"/>
            <a:ext cx="417130" cy="987552"/>
          </a:xfrm>
          <a:prstGeom prst="roundRect">
            <a:avLst>
              <a:gd name="adj" fmla="val 6576"/>
            </a:avLst>
          </a:prstGeom>
          <a:solidFill>
            <a:srgbClr val="2B2739"/>
          </a:solidFill>
          <a:ln w="6350">
            <a:solidFill>
              <a:srgbClr val="33304A"/>
            </a:solidFill>
            <a:prstDash val="solid"/>
          </a:ln>
        </p:spPr>
        <p:txBody>
          <a:bodyPr/>
          <a:lstStyle/>
          <a:p>
            <a:endParaRPr lang="ja-JP" altLang="en-US"/>
          </a:p>
        </p:txBody>
      </p:sp>
      <p:sp>
        <p:nvSpPr>
          <p:cNvPr id="25" name="Shape 23"/>
          <p:cNvSpPr/>
          <p:nvPr/>
        </p:nvSpPr>
        <p:spPr>
          <a:xfrm>
            <a:off x="6531265" y="5870448"/>
            <a:ext cx="417130" cy="987552"/>
          </a:xfrm>
          <a:prstGeom prst="roundRect">
            <a:avLst>
              <a:gd name="adj" fmla="val 6576"/>
            </a:avLst>
          </a:prstGeom>
          <a:solidFill>
            <a:srgbClr val="35C7D9"/>
          </a:solidFill>
          <a:ln w="6350">
            <a:solidFill>
              <a:srgbClr val="33304A"/>
            </a:solidFill>
            <a:prstDash val="solid"/>
          </a:ln>
        </p:spPr>
        <p:txBody>
          <a:bodyPr/>
          <a:lstStyle/>
          <a:p>
            <a:endParaRPr lang="ja-JP" altLang="en-US"/>
          </a:p>
        </p:txBody>
      </p:sp>
      <p:sp>
        <p:nvSpPr>
          <p:cNvPr id="26" name="Shape 24"/>
          <p:cNvSpPr/>
          <p:nvPr/>
        </p:nvSpPr>
        <p:spPr>
          <a:xfrm>
            <a:off x="6966683" y="5870448"/>
            <a:ext cx="417130" cy="987552"/>
          </a:xfrm>
          <a:prstGeom prst="roundRect">
            <a:avLst>
              <a:gd name="adj" fmla="val 6576"/>
            </a:avLst>
          </a:prstGeom>
          <a:solidFill>
            <a:srgbClr val="2B2739"/>
          </a:solidFill>
          <a:ln w="6350">
            <a:solidFill>
              <a:srgbClr val="33304A"/>
            </a:solidFill>
            <a:prstDash val="solid"/>
          </a:ln>
        </p:spPr>
        <p:txBody>
          <a:bodyPr/>
          <a:lstStyle/>
          <a:p>
            <a:endParaRPr lang="ja-JP" altLang="en-US"/>
          </a:p>
        </p:txBody>
      </p:sp>
      <p:sp>
        <p:nvSpPr>
          <p:cNvPr id="27" name="Shape 25"/>
          <p:cNvSpPr/>
          <p:nvPr/>
        </p:nvSpPr>
        <p:spPr>
          <a:xfrm>
            <a:off x="7402101" y="5870448"/>
            <a:ext cx="417130" cy="987552"/>
          </a:xfrm>
          <a:prstGeom prst="roundRect">
            <a:avLst>
              <a:gd name="adj" fmla="val 6576"/>
            </a:avLst>
          </a:prstGeom>
          <a:solidFill>
            <a:srgbClr val="2B2739"/>
          </a:solidFill>
          <a:ln w="6350">
            <a:solidFill>
              <a:srgbClr val="33304A"/>
            </a:solidFill>
            <a:prstDash val="solid"/>
          </a:ln>
        </p:spPr>
        <p:txBody>
          <a:bodyPr/>
          <a:lstStyle/>
          <a:p>
            <a:endParaRPr lang="ja-JP" altLang="en-US"/>
          </a:p>
        </p:txBody>
      </p:sp>
      <p:sp>
        <p:nvSpPr>
          <p:cNvPr id="28" name="Shape 26"/>
          <p:cNvSpPr/>
          <p:nvPr/>
        </p:nvSpPr>
        <p:spPr>
          <a:xfrm>
            <a:off x="7837518" y="5870448"/>
            <a:ext cx="417130" cy="987552"/>
          </a:xfrm>
          <a:prstGeom prst="roundRect">
            <a:avLst>
              <a:gd name="adj" fmla="val 6576"/>
            </a:avLst>
          </a:prstGeom>
          <a:solidFill>
            <a:srgbClr val="2B2739"/>
          </a:solidFill>
          <a:ln w="6350">
            <a:solidFill>
              <a:srgbClr val="33304A"/>
            </a:solidFill>
            <a:prstDash val="solid"/>
          </a:ln>
        </p:spPr>
        <p:txBody>
          <a:bodyPr/>
          <a:lstStyle/>
          <a:p>
            <a:endParaRPr lang="ja-JP" altLang="en-US"/>
          </a:p>
        </p:txBody>
      </p:sp>
      <p:sp>
        <p:nvSpPr>
          <p:cNvPr id="29" name="Shape 27"/>
          <p:cNvSpPr/>
          <p:nvPr/>
        </p:nvSpPr>
        <p:spPr>
          <a:xfrm>
            <a:off x="8272936" y="5870448"/>
            <a:ext cx="417130" cy="987552"/>
          </a:xfrm>
          <a:prstGeom prst="roundRect">
            <a:avLst>
              <a:gd name="adj" fmla="val 6576"/>
            </a:avLst>
          </a:prstGeom>
          <a:solidFill>
            <a:srgbClr val="2B2739"/>
          </a:solidFill>
          <a:ln w="6350">
            <a:solidFill>
              <a:srgbClr val="33304A"/>
            </a:solidFill>
            <a:prstDash val="solid"/>
          </a:ln>
        </p:spPr>
        <p:txBody>
          <a:bodyPr/>
          <a:lstStyle/>
          <a:p>
            <a:endParaRPr lang="ja-JP" altLang="en-US"/>
          </a:p>
        </p:txBody>
      </p:sp>
      <p:sp>
        <p:nvSpPr>
          <p:cNvPr id="30" name="Shape 28"/>
          <p:cNvSpPr/>
          <p:nvPr/>
        </p:nvSpPr>
        <p:spPr>
          <a:xfrm>
            <a:off x="8708354" y="5870448"/>
            <a:ext cx="417130" cy="987552"/>
          </a:xfrm>
          <a:prstGeom prst="roundRect">
            <a:avLst>
              <a:gd name="adj" fmla="val 6576"/>
            </a:avLst>
          </a:prstGeom>
          <a:solidFill>
            <a:srgbClr val="2B2739"/>
          </a:solidFill>
          <a:ln w="6350">
            <a:solidFill>
              <a:srgbClr val="33304A"/>
            </a:solidFill>
            <a:prstDash val="solid"/>
          </a:ln>
        </p:spPr>
        <p:txBody>
          <a:bodyPr/>
          <a:lstStyle/>
          <a:p>
            <a:endParaRPr lang="ja-JP" altLang="en-US"/>
          </a:p>
        </p:txBody>
      </p:sp>
      <p:sp>
        <p:nvSpPr>
          <p:cNvPr id="31" name="Shape 29"/>
          <p:cNvSpPr/>
          <p:nvPr/>
        </p:nvSpPr>
        <p:spPr>
          <a:xfrm>
            <a:off x="9143771" y="5870448"/>
            <a:ext cx="417130" cy="987552"/>
          </a:xfrm>
          <a:prstGeom prst="roundRect">
            <a:avLst>
              <a:gd name="adj" fmla="val 6576"/>
            </a:avLst>
          </a:prstGeom>
          <a:solidFill>
            <a:srgbClr val="2B2739"/>
          </a:solidFill>
          <a:ln w="6350">
            <a:solidFill>
              <a:srgbClr val="33304A"/>
            </a:solidFill>
            <a:prstDash val="solid"/>
          </a:ln>
        </p:spPr>
        <p:txBody>
          <a:bodyPr/>
          <a:lstStyle/>
          <a:p>
            <a:endParaRPr lang="ja-JP" altLang="en-US"/>
          </a:p>
        </p:txBody>
      </p:sp>
      <p:sp>
        <p:nvSpPr>
          <p:cNvPr id="32" name="Shape 30"/>
          <p:cNvSpPr/>
          <p:nvPr/>
        </p:nvSpPr>
        <p:spPr>
          <a:xfrm>
            <a:off x="9579189" y="5870448"/>
            <a:ext cx="417130" cy="987552"/>
          </a:xfrm>
          <a:prstGeom prst="roundRect">
            <a:avLst>
              <a:gd name="adj" fmla="val 6576"/>
            </a:avLst>
          </a:prstGeom>
          <a:solidFill>
            <a:srgbClr val="2B2739"/>
          </a:solidFill>
          <a:ln w="6350">
            <a:solidFill>
              <a:srgbClr val="33304A"/>
            </a:solidFill>
            <a:prstDash val="solid"/>
          </a:ln>
        </p:spPr>
        <p:txBody>
          <a:bodyPr/>
          <a:lstStyle/>
          <a:p>
            <a:endParaRPr lang="ja-JP" altLang="en-US"/>
          </a:p>
        </p:txBody>
      </p:sp>
      <p:sp>
        <p:nvSpPr>
          <p:cNvPr id="33" name="Shape 31"/>
          <p:cNvSpPr/>
          <p:nvPr/>
        </p:nvSpPr>
        <p:spPr>
          <a:xfrm>
            <a:off x="10014607" y="5870448"/>
            <a:ext cx="417130" cy="987552"/>
          </a:xfrm>
          <a:prstGeom prst="roundRect">
            <a:avLst>
              <a:gd name="adj" fmla="val 6576"/>
            </a:avLst>
          </a:prstGeom>
          <a:solidFill>
            <a:srgbClr val="2B2739"/>
          </a:solidFill>
          <a:ln w="6350">
            <a:solidFill>
              <a:srgbClr val="33304A"/>
            </a:solidFill>
            <a:prstDash val="solid"/>
          </a:ln>
        </p:spPr>
        <p:txBody>
          <a:bodyPr/>
          <a:lstStyle/>
          <a:p>
            <a:endParaRPr lang="ja-JP" altLang="en-US"/>
          </a:p>
        </p:txBody>
      </p:sp>
      <p:sp>
        <p:nvSpPr>
          <p:cNvPr id="34" name="Shape 32"/>
          <p:cNvSpPr/>
          <p:nvPr/>
        </p:nvSpPr>
        <p:spPr>
          <a:xfrm>
            <a:off x="10450024" y="5870448"/>
            <a:ext cx="417130" cy="987552"/>
          </a:xfrm>
          <a:prstGeom prst="roundRect">
            <a:avLst>
              <a:gd name="adj" fmla="val 6576"/>
            </a:avLst>
          </a:prstGeom>
          <a:solidFill>
            <a:srgbClr val="2B2739"/>
          </a:solidFill>
          <a:ln w="6350">
            <a:solidFill>
              <a:srgbClr val="33304A"/>
            </a:solidFill>
            <a:prstDash val="solid"/>
          </a:ln>
        </p:spPr>
        <p:txBody>
          <a:bodyPr/>
          <a:lstStyle/>
          <a:p>
            <a:endParaRPr lang="ja-JP" altLang="en-US"/>
          </a:p>
        </p:txBody>
      </p:sp>
      <p:sp>
        <p:nvSpPr>
          <p:cNvPr id="35" name="Shape 33"/>
          <p:cNvSpPr/>
          <p:nvPr/>
        </p:nvSpPr>
        <p:spPr>
          <a:xfrm>
            <a:off x="10885442" y="5870448"/>
            <a:ext cx="417130" cy="987552"/>
          </a:xfrm>
          <a:prstGeom prst="roundRect">
            <a:avLst>
              <a:gd name="adj" fmla="val 6576"/>
            </a:avLst>
          </a:prstGeom>
          <a:solidFill>
            <a:srgbClr val="2B2739"/>
          </a:solidFill>
          <a:ln w="6350">
            <a:solidFill>
              <a:srgbClr val="33304A"/>
            </a:solidFill>
            <a:prstDash val="solid"/>
          </a:ln>
        </p:spPr>
        <p:txBody>
          <a:bodyPr/>
          <a:lstStyle/>
          <a:p>
            <a:endParaRPr lang="ja-JP" altLang="en-US"/>
          </a:p>
        </p:txBody>
      </p:sp>
      <p:sp>
        <p:nvSpPr>
          <p:cNvPr id="36" name="Shape 34"/>
          <p:cNvSpPr/>
          <p:nvPr/>
        </p:nvSpPr>
        <p:spPr>
          <a:xfrm>
            <a:off x="11320860" y="5870448"/>
            <a:ext cx="417130" cy="987552"/>
          </a:xfrm>
          <a:prstGeom prst="roundRect">
            <a:avLst>
              <a:gd name="adj" fmla="val 6576"/>
            </a:avLst>
          </a:prstGeom>
          <a:solidFill>
            <a:srgbClr val="2B2739"/>
          </a:solidFill>
          <a:ln w="6350">
            <a:solidFill>
              <a:srgbClr val="33304A"/>
            </a:solidFill>
            <a:prstDash val="solid"/>
          </a:ln>
        </p:spPr>
        <p:txBody>
          <a:bodyPr/>
          <a:lstStyle/>
          <a:p>
            <a:endParaRPr lang="ja-JP" altLang="en-US"/>
          </a:p>
        </p:txBody>
      </p:sp>
      <p:sp>
        <p:nvSpPr>
          <p:cNvPr id="37" name="Shape 35"/>
          <p:cNvSpPr/>
          <p:nvPr/>
        </p:nvSpPr>
        <p:spPr>
          <a:xfrm>
            <a:off x="11756278" y="5870448"/>
            <a:ext cx="417130" cy="987552"/>
          </a:xfrm>
          <a:prstGeom prst="roundRect">
            <a:avLst>
              <a:gd name="adj" fmla="val 6576"/>
            </a:avLst>
          </a:prstGeom>
          <a:solidFill>
            <a:srgbClr val="2B2739"/>
          </a:solidFill>
          <a:ln w="6350">
            <a:solidFill>
              <a:srgbClr val="33304A"/>
            </a:solidFill>
            <a:prstDash val="solid"/>
          </a:ln>
        </p:spPr>
        <p:txBody>
          <a:bodyPr/>
          <a:lstStyle/>
          <a:p>
            <a:endParaRPr lang="ja-JP" altLang="en-US"/>
          </a:p>
        </p:txBody>
      </p:sp>
      <p:sp>
        <p:nvSpPr>
          <p:cNvPr id="38" name="Shape 36"/>
          <p:cNvSpPr/>
          <p:nvPr/>
        </p:nvSpPr>
        <p:spPr>
          <a:xfrm>
            <a:off x="304792" y="5870448"/>
            <a:ext cx="261251" cy="612282"/>
          </a:xfrm>
          <a:prstGeom prst="roundRect">
            <a:avLst>
              <a:gd name="adj" fmla="val 17500"/>
            </a:avLst>
          </a:prstGeom>
          <a:solidFill>
            <a:srgbClr val="0C0A12"/>
          </a:solidFill>
          <a:ln w="6350">
            <a:solidFill>
              <a:srgbClr val="14121A"/>
            </a:solidFill>
            <a:prstDash val="solid"/>
          </a:ln>
        </p:spPr>
        <p:txBody>
          <a:bodyPr/>
          <a:lstStyle/>
          <a:p>
            <a:endParaRPr lang="ja-JP" altLang="en-US"/>
          </a:p>
        </p:txBody>
      </p:sp>
      <p:sp>
        <p:nvSpPr>
          <p:cNvPr id="39" name="Shape 37"/>
          <p:cNvSpPr/>
          <p:nvPr/>
        </p:nvSpPr>
        <p:spPr>
          <a:xfrm>
            <a:off x="740210" y="5870448"/>
            <a:ext cx="261251" cy="612282"/>
          </a:xfrm>
          <a:prstGeom prst="roundRect">
            <a:avLst>
              <a:gd name="adj" fmla="val 17500"/>
            </a:avLst>
          </a:prstGeom>
          <a:solidFill>
            <a:srgbClr val="0C0A12"/>
          </a:solidFill>
          <a:ln w="6350">
            <a:solidFill>
              <a:srgbClr val="14121A"/>
            </a:solidFill>
            <a:prstDash val="solid"/>
          </a:ln>
        </p:spPr>
        <p:txBody>
          <a:bodyPr/>
          <a:lstStyle/>
          <a:p>
            <a:endParaRPr lang="ja-JP" altLang="en-US"/>
          </a:p>
        </p:txBody>
      </p:sp>
      <p:sp>
        <p:nvSpPr>
          <p:cNvPr id="40" name="Shape 38"/>
          <p:cNvSpPr/>
          <p:nvPr/>
        </p:nvSpPr>
        <p:spPr>
          <a:xfrm>
            <a:off x="1611045" y="5870448"/>
            <a:ext cx="261251" cy="612282"/>
          </a:xfrm>
          <a:prstGeom prst="roundRect">
            <a:avLst>
              <a:gd name="adj" fmla="val 17500"/>
            </a:avLst>
          </a:prstGeom>
          <a:solidFill>
            <a:srgbClr val="0C0A12"/>
          </a:solidFill>
          <a:ln w="6350">
            <a:solidFill>
              <a:srgbClr val="14121A"/>
            </a:solidFill>
            <a:prstDash val="solid"/>
          </a:ln>
        </p:spPr>
        <p:txBody>
          <a:bodyPr/>
          <a:lstStyle/>
          <a:p>
            <a:endParaRPr lang="ja-JP" altLang="en-US"/>
          </a:p>
        </p:txBody>
      </p:sp>
      <p:sp>
        <p:nvSpPr>
          <p:cNvPr id="41" name="Shape 39"/>
          <p:cNvSpPr/>
          <p:nvPr/>
        </p:nvSpPr>
        <p:spPr>
          <a:xfrm>
            <a:off x="2046463" y="5870448"/>
            <a:ext cx="261251" cy="612282"/>
          </a:xfrm>
          <a:prstGeom prst="roundRect">
            <a:avLst>
              <a:gd name="adj" fmla="val 17500"/>
            </a:avLst>
          </a:prstGeom>
          <a:solidFill>
            <a:srgbClr val="0C0A12"/>
          </a:solidFill>
          <a:ln w="6350">
            <a:solidFill>
              <a:srgbClr val="14121A"/>
            </a:solidFill>
            <a:prstDash val="solid"/>
          </a:ln>
        </p:spPr>
        <p:txBody>
          <a:bodyPr/>
          <a:lstStyle/>
          <a:p>
            <a:endParaRPr lang="ja-JP" altLang="en-US"/>
          </a:p>
        </p:txBody>
      </p:sp>
      <p:sp>
        <p:nvSpPr>
          <p:cNvPr id="42" name="Shape 40"/>
          <p:cNvSpPr/>
          <p:nvPr/>
        </p:nvSpPr>
        <p:spPr>
          <a:xfrm>
            <a:off x="2481881" y="5870448"/>
            <a:ext cx="261251" cy="612282"/>
          </a:xfrm>
          <a:prstGeom prst="roundRect">
            <a:avLst>
              <a:gd name="adj" fmla="val 17500"/>
            </a:avLst>
          </a:prstGeom>
          <a:solidFill>
            <a:srgbClr val="0C0A12"/>
          </a:solidFill>
          <a:ln w="6350">
            <a:solidFill>
              <a:srgbClr val="14121A"/>
            </a:solidFill>
            <a:prstDash val="solid"/>
          </a:ln>
        </p:spPr>
        <p:txBody>
          <a:bodyPr/>
          <a:lstStyle/>
          <a:p>
            <a:endParaRPr lang="ja-JP" altLang="en-US"/>
          </a:p>
        </p:txBody>
      </p:sp>
      <p:sp>
        <p:nvSpPr>
          <p:cNvPr id="43" name="Shape 41"/>
          <p:cNvSpPr/>
          <p:nvPr/>
        </p:nvSpPr>
        <p:spPr>
          <a:xfrm>
            <a:off x="3352716" y="5870448"/>
            <a:ext cx="261251" cy="612282"/>
          </a:xfrm>
          <a:prstGeom prst="roundRect">
            <a:avLst>
              <a:gd name="adj" fmla="val 17500"/>
            </a:avLst>
          </a:prstGeom>
          <a:solidFill>
            <a:srgbClr val="0C0A12"/>
          </a:solidFill>
          <a:ln w="6350">
            <a:solidFill>
              <a:srgbClr val="14121A"/>
            </a:solidFill>
            <a:prstDash val="solid"/>
          </a:ln>
        </p:spPr>
        <p:txBody>
          <a:bodyPr/>
          <a:lstStyle/>
          <a:p>
            <a:endParaRPr lang="ja-JP" altLang="en-US"/>
          </a:p>
        </p:txBody>
      </p:sp>
      <p:sp>
        <p:nvSpPr>
          <p:cNvPr id="44" name="Shape 42"/>
          <p:cNvSpPr/>
          <p:nvPr/>
        </p:nvSpPr>
        <p:spPr>
          <a:xfrm>
            <a:off x="3788134" y="5870448"/>
            <a:ext cx="261251" cy="612282"/>
          </a:xfrm>
          <a:prstGeom prst="roundRect">
            <a:avLst>
              <a:gd name="adj" fmla="val 17500"/>
            </a:avLst>
          </a:prstGeom>
          <a:solidFill>
            <a:srgbClr val="0C0A12"/>
          </a:solidFill>
          <a:ln w="6350">
            <a:solidFill>
              <a:srgbClr val="14121A"/>
            </a:solidFill>
            <a:prstDash val="solid"/>
          </a:ln>
        </p:spPr>
        <p:txBody>
          <a:bodyPr/>
          <a:lstStyle/>
          <a:p>
            <a:endParaRPr lang="ja-JP" altLang="en-US"/>
          </a:p>
        </p:txBody>
      </p:sp>
      <p:sp>
        <p:nvSpPr>
          <p:cNvPr id="45" name="Shape 43"/>
          <p:cNvSpPr/>
          <p:nvPr/>
        </p:nvSpPr>
        <p:spPr>
          <a:xfrm>
            <a:off x="4658969" y="5870448"/>
            <a:ext cx="261251" cy="612282"/>
          </a:xfrm>
          <a:prstGeom prst="roundRect">
            <a:avLst>
              <a:gd name="adj" fmla="val 17500"/>
            </a:avLst>
          </a:prstGeom>
          <a:solidFill>
            <a:srgbClr val="0C0A12"/>
          </a:solidFill>
          <a:ln w="6350">
            <a:solidFill>
              <a:srgbClr val="14121A"/>
            </a:solidFill>
            <a:prstDash val="solid"/>
          </a:ln>
        </p:spPr>
        <p:txBody>
          <a:bodyPr/>
          <a:lstStyle/>
          <a:p>
            <a:endParaRPr lang="ja-JP" altLang="en-US"/>
          </a:p>
        </p:txBody>
      </p:sp>
      <p:sp>
        <p:nvSpPr>
          <p:cNvPr id="46" name="Shape 44"/>
          <p:cNvSpPr/>
          <p:nvPr/>
        </p:nvSpPr>
        <p:spPr>
          <a:xfrm>
            <a:off x="5094387" y="5870448"/>
            <a:ext cx="261251" cy="612282"/>
          </a:xfrm>
          <a:prstGeom prst="roundRect">
            <a:avLst>
              <a:gd name="adj" fmla="val 17500"/>
            </a:avLst>
          </a:prstGeom>
          <a:solidFill>
            <a:srgbClr val="0C0A12"/>
          </a:solidFill>
          <a:ln w="6350">
            <a:solidFill>
              <a:srgbClr val="14121A"/>
            </a:solidFill>
            <a:prstDash val="solid"/>
          </a:ln>
        </p:spPr>
        <p:txBody>
          <a:bodyPr/>
          <a:lstStyle/>
          <a:p>
            <a:endParaRPr lang="ja-JP" altLang="en-US"/>
          </a:p>
        </p:txBody>
      </p:sp>
      <p:sp>
        <p:nvSpPr>
          <p:cNvPr id="47" name="Shape 45"/>
          <p:cNvSpPr/>
          <p:nvPr/>
        </p:nvSpPr>
        <p:spPr>
          <a:xfrm>
            <a:off x="5529805" y="5870448"/>
            <a:ext cx="261251" cy="612282"/>
          </a:xfrm>
          <a:prstGeom prst="roundRect">
            <a:avLst>
              <a:gd name="adj" fmla="val 17500"/>
            </a:avLst>
          </a:prstGeom>
          <a:solidFill>
            <a:srgbClr val="F472B6"/>
          </a:solidFill>
          <a:ln w="6350">
            <a:solidFill>
              <a:srgbClr val="14121A"/>
            </a:solidFill>
            <a:prstDash val="solid"/>
          </a:ln>
        </p:spPr>
        <p:txBody>
          <a:bodyPr/>
          <a:lstStyle/>
          <a:p>
            <a:endParaRPr lang="ja-JP" altLang="en-US"/>
          </a:p>
        </p:txBody>
      </p:sp>
      <p:sp>
        <p:nvSpPr>
          <p:cNvPr id="48" name="Shape 46"/>
          <p:cNvSpPr/>
          <p:nvPr/>
        </p:nvSpPr>
        <p:spPr>
          <a:xfrm>
            <a:off x="6400640" y="5870448"/>
            <a:ext cx="261251" cy="612282"/>
          </a:xfrm>
          <a:prstGeom prst="roundRect">
            <a:avLst>
              <a:gd name="adj" fmla="val 17500"/>
            </a:avLst>
          </a:prstGeom>
          <a:solidFill>
            <a:srgbClr val="0C0A12"/>
          </a:solidFill>
          <a:ln w="6350">
            <a:solidFill>
              <a:srgbClr val="14121A"/>
            </a:solidFill>
            <a:prstDash val="solid"/>
          </a:ln>
        </p:spPr>
        <p:txBody>
          <a:bodyPr/>
          <a:lstStyle/>
          <a:p>
            <a:endParaRPr lang="ja-JP" altLang="en-US"/>
          </a:p>
        </p:txBody>
      </p:sp>
      <p:sp>
        <p:nvSpPr>
          <p:cNvPr id="49" name="Shape 47"/>
          <p:cNvSpPr/>
          <p:nvPr/>
        </p:nvSpPr>
        <p:spPr>
          <a:xfrm>
            <a:off x="6836058" y="5870448"/>
            <a:ext cx="261251" cy="612282"/>
          </a:xfrm>
          <a:prstGeom prst="roundRect">
            <a:avLst>
              <a:gd name="adj" fmla="val 17500"/>
            </a:avLst>
          </a:prstGeom>
          <a:solidFill>
            <a:srgbClr val="0C0A12"/>
          </a:solidFill>
          <a:ln w="6350">
            <a:solidFill>
              <a:srgbClr val="14121A"/>
            </a:solidFill>
            <a:prstDash val="solid"/>
          </a:ln>
        </p:spPr>
        <p:txBody>
          <a:bodyPr/>
          <a:lstStyle/>
          <a:p>
            <a:endParaRPr lang="ja-JP" altLang="en-US"/>
          </a:p>
        </p:txBody>
      </p:sp>
      <p:sp>
        <p:nvSpPr>
          <p:cNvPr id="50" name="Shape 48"/>
          <p:cNvSpPr/>
          <p:nvPr/>
        </p:nvSpPr>
        <p:spPr>
          <a:xfrm>
            <a:off x="7706893" y="5870448"/>
            <a:ext cx="261251" cy="612282"/>
          </a:xfrm>
          <a:prstGeom prst="roundRect">
            <a:avLst>
              <a:gd name="adj" fmla="val 17500"/>
            </a:avLst>
          </a:prstGeom>
          <a:solidFill>
            <a:srgbClr val="0C0A12"/>
          </a:solidFill>
          <a:ln w="6350">
            <a:solidFill>
              <a:srgbClr val="14121A"/>
            </a:solidFill>
            <a:prstDash val="solid"/>
          </a:ln>
        </p:spPr>
        <p:txBody>
          <a:bodyPr/>
          <a:lstStyle/>
          <a:p>
            <a:endParaRPr lang="ja-JP" altLang="en-US"/>
          </a:p>
        </p:txBody>
      </p:sp>
      <p:sp>
        <p:nvSpPr>
          <p:cNvPr id="51" name="Shape 49"/>
          <p:cNvSpPr/>
          <p:nvPr/>
        </p:nvSpPr>
        <p:spPr>
          <a:xfrm>
            <a:off x="8142311" y="5870448"/>
            <a:ext cx="261251" cy="612282"/>
          </a:xfrm>
          <a:prstGeom prst="roundRect">
            <a:avLst>
              <a:gd name="adj" fmla="val 17500"/>
            </a:avLst>
          </a:prstGeom>
          <a:solidFill>
            <a:srgbClr val="0C0A12"/>
          </a:solidFill>
          <a:ln w="6350">
            <a:solidFill>
              <a:srgbClr val="14121A"/>
            </a:solidFill>
            <a:prstDash val="solid"/>
          </a:ln>
        </p:spPr>
        <p:txBody>
          <a:bodyPr/>
          <a:lstStyle/>
          <a:p>
            <a:endParaRPr lang="ja-JP" altLang="en-US"/>
          </a:p>
        </p:txBody>
      </p:sp>
      <p:sp>
        <p:nvSpPr>
          <p:cNvPr id="52" name="Shape 50"/>
          <p:cNvSpPr/>
          <p:nvPr/>
        </p:nvSpPr>
        <p:spPr>
          <a:xfrm>
            <a:off x="8577728" y="5870448"/>
            <a:ext cx="261251" cy="612282"/>
          </a:xfrm>
          <a:prstGeom prst="roundRect">
            <a:avLst>
              <a:gd name="adj" fmla="val 17500"/>
            </a:avLst>
          </a:prstGeom>
          <a:solidFill>
            <a:srgbClr val="0C0A12"/>
          </a:solidFill>
          <a:ln w="6350">
            <a:solidFill>
              <a:srgbClr val="14121A"/>
            </a:solidFill>
            <a:prstDash val="solid"/>
          </a:ln>
        </p:spPr>
        <p:txBody>
          <a:bodyPr/>
          <a:lstStyle/>
          <a:p>
            <a:endParaRPr lang="ja-JP" altLang="en-US"/>
          </a:p>
        </p:txBody>
      </p:sp>
      <p:sp>
        <p:nvSpPr>
          <p:cNvPr id="53" name="Shape 51"/>
          <p:cNvSpPr/>
          <p:nvPr/>
        </p:nvSpPr>
        <p:spPr>
          <a:xfrm>
            <a:off x="9448564" y="5870448"/>
            <a:ext cx="261251" cy="612282"/>
          </a:xfrm>
          <a:prstGeom prst="roundRect">
            <a:avLst>
              <a:gd name="adj" fmla="val 17500"/>
            </a:avLst>
          </a:prstGeom>
          <a:solidFill>
            <a:srgbClr val="0C0A12"/>
          </a:solidFill>
          <a:ln w="6350">
            <a:solidFill>
              <a:srgbClr val="14121A"/>
            </a:solidFill>
            <a:prstDash val="solid"/>
          </a:ln>
        </p:spPr>
        <p:txBody>
          <a:bodyPr/>
          <a:lstStyle/>
          <a:p>
            <a:endParaRPr lang="ja-JP" altLang="en-US"/>
          </a:p>
        </p:txBody>
      </p:sp>
      <p:sp>
        <p:nvSpPr>
          <p:cNvPr id="54" name="Shape 52"/>
          <p:cNvSpPr/>
          <p:nvPr/>
        </p:nvSpPr>
        <p:spPr>
          <a:xfrm>
            <a:off x="9883981" y="5870448"/>
            <a:ext cx="261251" cy="612282"/>
          </a:xfrm>
          <a:prstGeom prst="roundRect">
            <a:avLst>
              <a:gd name="adj" fmla="val 17500"/>
            </a:avLst>
          </a:prstGeom>
          <a:solidFill>
            <a:srgbClr val="0C0A12"/>
          </a:solidFill>
          <a:ln w="6350">
            <a:solidFill>
              <a:srgbClr val="14121A"/>
            </a:solidFill>
            <a:prstDash val="solid"/>
          </a:ln>
        </p:spPr>
        <p:txBody>
          <a:bodyPr/>
          <a:lstStyle/>
          <a:p>
            <a:endParaRPr lang="ja-JP" altLang="en-US"/>
          </a:p>
        </p:txBody>
      </p:sp>
      <p:sp>
        <p:nvSpPr>
          <p:cNvPr id="55" name="Shape 53"/>
          <p:cNvSpPr/>
          <p:nvPr/>
        </p:nvSpPr>
        <p:spPr>
          <a:xfrm>
            <a:off x="10754817" y="5870448"/>
            <a:ext cx="261251" cy="612282"/>
          </a:xfrm>
          <a:prstGeom prst="roundRect">
            <a:avLst>
              <a:gd name="adj" fmla="val 17500"/>
            </a:avLst>
          </a:prstGeom>
          <a:solidFill>
            <a:srgbClr val="0C0A12"/>
          </a:solidFill>
          <a:ln w="6350">
            <a:solidFill>
              <a:srgbClr val="14121A"/>
            </a:solidFill>
            <a:prstDash val="solid"/>
          </a:ln>
        </p:spPr>
        <p:txBody>
          <a:bodyPr/>
          <a:lstStyle/>
          <a:p>
            <a:endParaRPr lang="ja-JP" altLang="en-US"/>
          </a:p>
        </p:txBody>
      </p:sp>
      <p:sp>
        <p:nvSpPr>
          <p:cNvPr id="56" name="Shape 54"/>
          <p:cNvSpPr/>
          <p:nvPr/>
        </p:nvSpPr>
        <p:spPr>
          <a:xfrm>
            <a:off x="11190235" y="5870448"/>
            <a:ext cx="261251" cy="612282"/>
          </a:xfrm>
          <a:prstGeom prst="roundRect">
            <a:avLst>
              <a:gd name="adj" fmla="val 17500"/>
            </a:avLst>
          </a:prstGeom>
          <a:solidFill>
            <a:srgbClr val="0C0A12"/>
          </a:solidFill>
          <a:ln w="6350">
            <a:solidFill>
              <a:srgbClr val="14121A"/>
            </a:solidFill>
            <a:prstDash val="solid"/>
          </a:ln>
        </p:spPr>
        <p:txBody>
          <a:bodyPr/>
          <a:lstStyle/>
          <a:p>
            <a:endParaRPr lang="ja-JP" altLang="en-US"/>
          </a:p>
        </p:txBody>
      </p:sp>
      <p:sp>
        <p:nvSpPr>
          <p:cNvPr id="57" name="Shape 55"/>
          <p:cNvSpPr/>
          <p:nvPr/>
        </p:nvSpPr>
        <p:spPr>
          <a:xfrm>
            <a:off x="11625652" y="5870448"/>
            <a:ext cx="261251" cy="612282"/>
          </a:xfrm>
          <a:prstGeom prst="roundRect">
            <a:avLst>
              <a:gd name="adj" fmla="val 17500"/>
            </a:avLst>
          </a:prstGeom>
          <a:solidFill>
            <a:srgbClr val="0C0A12"/>
          </a:solidFill>
          <a:ln w="6350">
            <a:solidFill>
              <a:srgbClr val="14121A"/>
            </a:solidFill>
            <a:prstDash val="solid"/>
          </a:ln>
        </p:spPr>
        <p:txBody>
          <a:bodyPr/>
          <a:lstStyle/>
          <a:p>
            <a:endParaRPr lang="ja-JP"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21A"/>
        </a:solidFill>
        <a:effectLst/>
      </p:bgPr>
    </p:bg>
    <p:spTree>
      <p:nvGrpSpPr>
        <p:cNvPr id="1" name=""/>
        <p:cNvGrpSpPr/>
        <p:nvPr/>
      </p:nvGrpSpPr>
      <p:grpSpPr>
        <a:xfrm>
          <a:off x="0" y="0"/>
          <a:ext cx="0" cy="0"/>
          <a:chOff x="0" y="0"/>
          <a:chExt cx="0" cy="0"/>
        </a:xfrm>
      </p:grpSpPr>
      <p:sp>
        <p:nvSpPr>
          <p:cNvPr id="2" name="Text 0"/>
          <p:cNvSpPr/>
          <p:nvPr/>
        </p:nvSpPr>
        <p:spPr>
          <a:xfrm>
            <a:off x="777240" y="420624"/>
            <a:ext cx="10637215" cy="256032"/>
          </a:xfrm>
          <a:prstGeom prst="rect">
            <a:avLst/>
          </a:prstGeom>
          <a:noFill/>
          <a:ln/>
        </p:spPr>
        <p:txBody>
          <a:bodyPr wrap="square" lIns="0" tIns="0" rIns="0" bIns="0" rtlCol="0" anchor="ctr"/>
          <a:lstStyle/>
          <a:p>
            <a:pPr marL="0" indent="0">
              <a:buNone/>
            </a:pPr>
            <a:r>
              <a:rPr lang="en-US" sz="1150" b="1" kern="0" spc="350" dirty="0">
                <a:solidFill>
                  <a:srgbClr val="6D8DFF"/>
                </a:solidFill>
                <a:latin typeface="Arial" pitchFamily="34" charset="0"/>
                <a:ea typeface="Arial" pitchFamily="34" charset="-122"/>
                <a:cs typeface="Arial" pitchFamily="34" charset="-120"/>
              </a:rPr>
              <a:t>前回のふりかえり</a:t>
            </a:r>
            <a:endParaRPr lang="en-US" sz="1150" dirty="0"/>
          </a:p>
        </p:txBody>
      </p:sp>
      <p:sp>
        <p:nvSpPr>
          <p:cNvPr id="3" name="Text 1"/>
          <p:cNvSpPr/>
          <p:nvPr/>
        </p:nvSpPr>
        <p:spPr>
          <a:xfrm>
            <a:off x="777240" y="749808"/>
            <a:ext cx="10515600" cy="640080"/>
          </a:xfrm>
          <a:prstGeom prst="rect">
            <a:avLst/>
          </a:prstGeom>
          <a:noFill/>
          <a:ln/>
        </p:spPr>
        <p:txBody>
          <a:bodyPr wrap="square" lIns="0" tIns="0" rIns="0" bIns="0" rtlCol="0" anchor="t"/>
          <a:lstStyle/>
          <a:p>
            <a:pPr marL="0" indent="0">
              <a:buNone/>
            </a:pPr>
            <a:r>
              <a:rPr lang="en-US" sz="3200" b="1" dirty="0">
                <a:solidFill>
                  <a:srgbClr val="ECE9F5"/>
                </a:solidFill>
                <a:latin typeface="Arial" pitchFamily="34" charset="0"/>
                <a:ea typeface="Arial" pitchFamily="34" charset="-122"/>
                <a:cs typeface="Arial" pitchFamily="34" charset="-120"/>
              </a:rPr>
              <a:t>前に作ったのは、「音が鳴るだけ」のアプリでした。</a:t>
            </a:r>
            <a:endParaRPr lang="en-US" sz="3200" dirty="0"/>
          </a:p>
        </p:txBody>
      </p:sp>
      <p:sp>
        <p:nvSpPr>
          <p:cNvPr id="4" name="Text 2"/>
          <p:cNvSpPr/>
          <p:nvPr/>
        </p:nvSpPr>
        <p:spPr>
          <a:xfrm>
            <a:off x="777240" y="1783080"/>
            <a:ext cx="5943600" cy="1005840"/>
          </a:xfrm>
          <a:prstGeom prst="rect">
            <a:avLst/>
          </a:prstGeom>
          <a:noFill/>
          <a:ln/>
        </p:spPr>
        <p:txBody>
          <a:bodyPr wrap="square" lIns="0" tIns="0" rIns="0" bIns="0" rtlCol="0" anchor="ctr"/>
          <a:lstStyle/>
          <a:p>
            <a:pPr marL="0" indent="0">
              <a:lnSpc>
                <a:spcPct val="150000"/>
              </a:lnSpc>
              <a:buNone/>
            </a:pPr>
            <a:r>
              <a:rPr lang="en-US" sz="1450" dirty="0">
                <a:solidFill>
                  <a:srgbClr val="A49DBD"/>
                </a:solidFill>
                <a:latin typeface="Arial" pitchFamily="34" charset="0"/>
                <a:ea typeface="Arial" pitchFamily="34" charset="-122"/>
                <a:cs typeface="Arial" pitchFamily="34" charset="-120"/>
              </a:rPr>
              <a:t>去年つくった「音楽コード勉強アプリ」は、鍵盤を押せば音が鳴る。コードを選べば構成音が光る。</a:t>
            </a:r>
            <a:endParaRPr lang="en-US" sz="1450" dirty="0"/>
          </a:p>
          <a:p>
            <a:pPr marL="0" indent="0">
              <a:lnSpc>
                <a:spcPct val="150000"/>
              </a:lnSpc>
              <a:buNone/>
            </a:pPr>
            <a:r>
              <a:rPr lang="en-US" sz="1450" dirty="0">
                <a:solidFill>
                  <a:srgbClr val="A49DBD"/>
                </a:solidFill>
                <a:latin typeface="Arial" pitchFamily="34" charset="0"/>
                <a:ea typeface="Arial" pitchFamily="34" charset="-122"/>
                <a:cs typeface="Arial" pitchFamily="34" charset="-120"/>
              </a:rPr>
              <a:t>そこまでは、たしかに動いていました。</a:t>
            </a:r>
            <a:endParaRPr lang="en-US" sz="1450" dirty="0"/>
          </a:p>
        </p:txBody>
      </p:sp>
      <p:sp>
        <p:nvSpPr>
          <p:cNvPr id="5" name="Text 3"/>
          <p:cNvSpPr/>
          <p:nvPr/>
        </p:nvSpPr>
        <p:spPr>
          <a:xfrm>
            <a:off x="777240" y="2971800"/>
            <a:ext cx="5943600" cy="548640"/>
          </a:xfrm>
          <a:prstGeom prst="rect">
            <a:avLst/>
          </a:prstGeom>
          <a:noFill/>
          <a:ln/>
        </p:spPr>
        <p:txBody>
          <a:bodyPr wrap="square" lIns="0" tIns="0" rIns="0" bIns="0" rtlCol="0" anchor="ctr"/>
          <a:lstStyle/>
          <a:p>
            <a:pPr marL="0" indent="0">
              <a:buNone/>
            </a:pPr>
            <a:r>
              <a:rPr lang="en-US" sz="3000" b="1" dirty="0">
                <a:solidFill>
                  <a:srgbClr val="ECE9F5"/>
                </a:solidFill>
                <a:latin typeface="Arial" pitchFamily="34" charset="0"/>
                <a:ea typeface="Arial" pitchFamily="34" charset="-122"/>
                <a:cs typeface="Arial" pitchFamily="34" charset="-120"/>
              </a:rPr>
              <a:t>でも、それだけでした。</a:t>
            </a:r>
            <a:endParaRPr lang="en-US" sz="3000" dirty="0"/>
          </a:p>
        </p:txBody>
      </p:sp>
      <p:sp>
        <p:nvSpPr>
          <p:cNvPr id="6" name="Text 4"/>
          <p:cNvSpPr/>
          <p:nvPr/>
        </p:nvSpPr>
        <p:spPr>
          <a:xfrm>
            <a:off x="777240" y="3703320"/>
            <a:ext cx="5943600" cy="1280160"/>
          </a:xfrm>
          <a:prstGeom prst="rect">
            <a:avLst/>
          </a:prstGeom>
          <a:noFill/>
          <a:ln/>
        </p:spPr>
        <p:txBody>
          <a:bodyPr wrap="square" lIns="0" tIns="0" rIns="0" bIns="0" rtlCol="0" anchor="ctr"/>
          <a:lstStyle/>
          <a:p>
            <a:pPr marL="0" indent="0">
              <a:lnSpc>
                <a:spcPct val="160000"/>
              </a:lnSpc>
              <a:buNone/>
            </a:pPr>
            <a:r>
              <a:rPr lang="en-US" sz="1500" dirty="0">
                <a:solidFill>
                  <a:srgbClr val="ECE9F5"/>
                </a:solidFill>
                <a:latin typeface="Arial" pitchFamily="34" charset="0"/>
                <a:ea typeface="Arial" pitchFamily="34" charset="-122"/>
                <a:cs typeface="Arial" pitchFamily="34" charset="-120"/>
              </a:rPr>
              <a:t>コードを1つ鳴らせても、曲にはならない。</a:t>
            </a:r>
            <a:endParaRPr lang="en-US" sz="1500" dirty="0"/>
          </a:p>
          <a:p>
            <a:pPr marL="0" indent="0">
              <a:lnSpc>
                <a:spcPct val="160000"/>
              </a:lnSpc>
              <a:buNone/>
            </a:pPr>
            <a:r>
              <a:rPr lang="en-US" sz="1500" dirty="0">
                <a:solidFill>
                  <a:srgbClr val="ECE9F5"/>
                </a:solidFill>
                <a:latin typeface="Arial" pitchFamily="34" charset="0"/>
                <a:ea typeface="Arial" pitchFamily="34" charset="-122"/>
                <a:cs typeface="Arial" pitchFamily="34" charset="-120"/>
              </a:rPr>
              <a:t>「コード勉強アプリ」と名乗っているのに、</a:t>
            </a:r>
            <a:endParaRPr lang="en-US" sz="1500" dirty="0"/>
          </a:p>
          <a:p>
            <a:pPr marL="0" indent="0">
              <a:lnSpc>
                <a:spcPct val="160000"/>
              </a:lnSpc>
              <a:buNone/>
            </a:pPr>
            <a:r>
              <a:rPr lang="en-US" sz="1500" dirty="0">
                <a:solidFill>
                  <a:srgbClr val="ECE9F5"/>
                </a:solidFill>
                <a:latin typeface="Arial" pitchFamily="34" charset="0"/>
                <a:ea typeface="Arial" pitchFamily="34" charset="-122"/>
                <a:cs typeface="Arial" pitchFamily="34" charset="-120"/>
              </a:rPr>
              <a:t>コードのことが分かるようにはならなかった。</a:t>
            </a:r>
            <a:endParaRPr lang="en-US" sz="1500" dirty="0"/>
          </a:p>
        </p:txBody>
      </p:sp>
      <p:sp>
        <p:nvSpPr>
          <p:cNvPr id="7" name="Shape 5"/>
          <p:cNvSpPr/>
          <p:nvPr/>
        </p:nvSpPr>
        <p:spPr>
          <a:xfrm>
            <a:off x="7223760" y="1783080"/>
            <a:ext cx="4190695" cy="3566160"/>
          </a:xfrm>
          <a:prstGeom prst="roundRect">
            <a:avLst>
              <a:gd name="adj" fmla="val 1282"/>
            </a:avLst>
          </a:prstGeom>
          <a:solidFill>
            <a:srgbClr val="1D1A26"/>
          </a:solidFill>
          <a:ln w="12700">
            <a:solidFill>
              <a:srgbClr val="33304A"/>
            </a:solidFill>
            <a:prstDash val="solid"/>
          </a:ln>
        </p:spPr>
        <p:txBody>
          <a:bodyPr/>
          <a:lstStyle/>
          <a:p>
            <a:endParaRPr lang="ja-JP" altLang="en-US"/>
          </a:p>
        </p:txBody>
      </p:sp>
      <p:sp>
        <p:nvSpPr>
          <p:cNvPr id="8" name="Text 6"/>
          <p:cNvSpPr/>
          <p:nvPr/>
        </p:nvSpPr>
        <p:spPr>
          <a:xfrm>
            <a:off x="7543800" y="2011680"/>
            <a:ext cx="3550615" cy="274320"/>
          </a:xfrm>
          <a:prstGeom prst="rect">
            <a:avLst/>
          </a:prstGeom>
          <a:noFill/>
          <a:ln/>
        </p:spPr>
        <p:txBody>
          <a:bodyPr wrap="square" lIns="0" tIns="0" rIns="0" bIns="0" rtlCol="0" anchor="ctr"/>
          <a:lstStyle/>
          <a:p>
            <a:pPr marL="0" indent="0">
              <a:buNone/>
            </a:pPr>
            <a:r>
              <a:rPr lang="en-US" sz="1150" dirty="0">
                <a:solidFill>
                  <a:srgbClr val="6F6889"/>
                </a:solidFill>
                <a:latin typeface="Arial" pitchFamily="34" charset="0"/>
                <a:ea typeface="Arial" pitchFamily="34" charset="-122"/>
                <a:cs typeface="Arial" pitchFamily="34" charset="-120"/>
              </a:rPr>
              <a:t>旧アプリ　練習モード</a:t>
            </a:r>
            <a:endParaRPr lang="en-US" sz="1150" dirty="0"/>
          </a:p>
        </p:txBody>
      </p:sp>
      <p:sp>
        <p:nvSpPr>
          <p:cNvPr id="9" name="Shape 7"/>
          <p:cNvSpPr/>
          <p:nvPr/>
        </p:nvSpPr>
        <p:spPr>
          <a:xfrm>
            <a:off x="7543800" y="2395728"/>
            <a:ext cx="1508760" cy="402336"/>
          </a:xfrm>
          <a:prstGeom prst="roundRect">
            <a:avLst>
              <a:gd name="adj" fmla="val 18182"/>
            </a:avLst>
          </a:prstGeom>
          <a:solidFill>
            <a:srgbClr val="262233"/>
          </a:solidFill>
          <a:ln w="6350">
            <a:solidFill>
              <a:srgbClr val="33304A"/>
            </a:solidFill>
            <a:prstDash val="solid"/>
          </a:ln>
        </p:spPr>
        <p:txBody>
          <a:bodyPr/>
          <a:lstStyle/>
          <a:p>
            <a:endParaRPr lang="ja-JP" altLang="en-US"/>
          </a:p>
        </p:txBody>
      </p:sp>
      <p:sp>
        <p:nvSpPr>
          <p:cNvPr id="10" name="Text 8"/>
          <p:cNvSpPr/>
          <p:nvPr/>
        </p:nvSpPr>
        <p:spPr>
          <a:xfrm>
            <a:off x="7543800" y="2395728"/>
            <a:ext cx="1508760" cy="402336"/>
          </a:xfrm>
          <a:prstGeom prst="rect">
            <a:avLst/>
          </a:prstGeom>
          <a:noFill/>
          <a:ln/>
        </p:spPr>
        <p:txBody>
          <a:bodyPr wrap="square" lIns="0" tIns="0" rIns="0" bIns="0" rtlCol="0" anchor="ctr"/>
          <a:lstStyle/>
          <a:p>
            <a:pPr marL="0" indent="0" algn="ctr">
              <a:buNone/>
            </a:pPr>
            <a:r>
              <a:rPr lang="en-US" sz="1050" dirty="0">
                <a:solidFill>
                  <a:srgbClr val="A49DBD"/>
                </a:solidFill>
                <a:latin typeface="Arial" pitchFamily="34" charset="0"/>
                <a:ea typeface="Arial" pitchFamily="34" charset="-122"/>
                <a:cs typeface="Arial" pitchFamily="34" charset="-120"/>
              </a:rPr>
              <a:t>基礎音</a:t>
            </a:r>
            <a:endParaRPr lang="en-US" sz="1050" dirty="0"/>
          </a:p>
        </p:txBody>
      </p:sp>
      <p:sp>
        <p:nvSpPr>
          <p:cNvPr id="11" name="Shape 9"/>
          <p:cNvSpPr/>
          <p:nvPr/>
        </p:nvSpPr>
        <p:spPr>
          <a:xfrm>
            <a:off x="9235440" y="2395728"/>
            <a:ext cx="1508760" cy="402336"/>
          </a:xfrm>
          <a:prstGeom prst="roundRect">
            <a:avLst>
              <a:gd name="adj" fmla="val 18182"/>
            </a:avLst>
          </a:prstGeom>
          <a:solidFill>
            <a:srgbClr val="262233"/>
          </a:solidFill>
          <a:ln w="6350">
            <a:solidFill>
              <a:srgbClr val="33304A"/>
            </a:solidFill>
            <a:prstDash val="solid"/>
          </a:ln>
        </p:spPr>
        <p:txBody>
          <a:bodyPr/>
          <a:lstStyle/>
          <a:p>
            <a:endParaRPr lang="ja-JP" altLang="en-US"/>
          </a:p>
        </p:txBody>
      </p:sp>
      <p:sp>
        <p:nvSpPr>
          <p:cNvPr id="12" name="Text 10"/>
          <p:cNvSpPr/>
          <p:nvPr/>
        </p:nvSpPr>
        <p:spPr>
          <a:xfrm>
            <a:off x="9235440" y="2395728"/>
            <a:ext cx="1508760" cy="402336"/>
          </a:xfrm>
          <a:prstGeom prst="rect">
            <a:avLst/>
          </a:prstGeom>
          <a:noFill/>
          <a:ln/>
        </p:spPr>
        <p:txBody>
          <a:bodyPr wrap="square" lIns="0" tIns="0" rIns="0" bIns="0" rtlCol="0" anchor="ctr"/>
          <a:lstStyle/>
          <a:p>
            <a:pPr marL="0" indent="0" algn="ctr">
              <a:buNone/>
            </a:pPr>
            <a:r>
              <a:rPr lang="en-US" sz="1050" dirty="0">
                <a:solidFill>
                  <a:srgbClr val="A49DBD"/>
                </a:solidFill>
                <a:latin typeface="Arial" pitchFamily="34" charset="0"/>
                <a:ea typeface="Arial" pitchFamily="34" charset="-122"/>
                <a:cs typeface="Arial" pitchFamily="34" charset="-120"/>
              </a:rPr>
              <a:t>調号</a:t>
            </a:r>
            <a:endParaRPr lang="en-US" sz="1050" dirty="0"/>
          </a:p>
        </p:txBody>
      </p:sp>
      <p:sp>
        <p:nvSpPr>
          <p:cNvPr id="13" name="Shape 11"/>
          <p:cNvSpPr/>
          <p:nvPr/>
        </p:nvSpPr>
        <p:spPr>
          <a:xfrm>
            <a:off x="7543800" y="2944368"/>
            <a:ext cx="1508760" cy="402336"/>
          </a:xfrm>
          <a:prstGeom prst="roundRect">
            <a:avLst>
              <a:gd name="adj" fmla="val 18182"/>
            </a:avLst>
          </a:prstGeom>
          <a:solidFill>
            <a:srgbClr val="262233"/>
          </a:solidFill>
          <a:ln w="6350">
            <a:solidFill>
              <a:srgbClr val="33304A"/>
            </a:solidFill>
            <a:prstDash val="solid"/>
          </a:ln>
        </p:spPr>
        <p:txBody>
          <a:bodyPr/>
          <a:lstStyle/>
          <a:p>
            <a:endParaRPr lang="ja-JP" altLang="en-US"/>
          </a:p>
        </p:txBody>
      </p:sp>
      <p:sp>
        <p:nvSpPr>
          <p:cNvPr id="14" name="Text 12"/>
          <p:cNvSpPr/>
          <p:nvPr/>
        </p:nvSpPr>
        <p:spPr>
          <a:xfrm>
            <a:off x="7543800" y="2944368"/>
            <a:ext cx="1508760" cy="402336"/>
          </a:xfrm>
          <a:prstGeom prst="rect">
            <a:avLst/>
          </a:prstGeom>
          <a:noFill/>
          <a:ln/>
        </p:spPr>
        <p:txBody>
          <a:bodyPr wrap="square" lIns="0" tIns="0" rIns="0" bIns="0" rtlCol="0" anchor="ctr"/>
          <a:lstStyle/>
          <a:p>
            <a:pPr marL="0" indent="0" algn="ctr">
              <a:buNone/>
            </a:pPr>
            <a:r>
              <a:rPr lang="en-US" sz="1050" dirty="0">
                <a:solidFill>
                  <a:srgbClr val="A49DBD"/>
                </a:solidFill>
                <a:latin typeface="Arial" pitchFamily="34" charset="0"/>
                <a:ea typeface="Arial" pitchFamily="34" charset="-122"/>
                <a:cs typeface="Arial" pitchFamily="34" charset="-120"/>
              </a:rPr>
              <a:t>コードタイプ</a:t>
            </a:r>
            <a:endParaRPr lang="en-US" sz="1050" dirty="0"/>
          </a:p>
        </p:txBody>
      </p:sp>
      <p:sp>
        <p:nvSpPr>
          <p:cNvPr id="15" name="Shape 13"/>
          <p:cNvSpPr/>
          <p:nvPr/>
        </p:nvSpPr>
        <p:spPr>
          <a:xfrm>
            <a:off x="9235440" y="2944368"/>
            <a:ext cx="1508760" cy="402336"/>
          </a:xfrm>
          <a:prstGeom prst="roundRect">
            <a:avLst>
              <a:gd name="adj" fmla="val 18182"/>
            </a:avLst>
          </a:prstGeom>
          <a:solidFill>
            <a:srgbClr val="262233"/>
          </a:solidFill>
          <a:ln w="6350">
            <a:solidFill>
              <a:srgbClr val="33304A"/>
            </a:solidFill>
            <a:prstDash val="solid"/>
          </a:ln>
        </p:spPr>
        <p:txBody>
          <a:bodyPr/>
          <a:lstStyle/>
          <a:p>
            <a:endParaRPr lang="ja-JP" altLang="en-US"/>
          </a:p>
        </p:txBody>
      </p:sp>
      <p:sp>
        <p:nvSpPr>
          <p:cNvPr id="16" name="Text 14"/>
          <p:cNvSpPr/>
          <p:nvPr/>
        </p:nvSpPr>
        <p:spPr>
          <a:xfrm>
            <a:off x="9235440" y="2944368"/>
            <a:ext cx="1508760" cy="402336"/>
          </a:xfrm>
          <a:prstGeom prst="rect">
            <a:avLst/>
          </a:prstGeom>
          <a:noFill/>
          <a:ln/>
        </p:spPr>
        <p:txBody>
          <a:bodyPr wrap="square" lIns="0" tIns="0" rIns="0" bIns="0" rtlCol="0" anchor="ctr"/>
          <a:lstStyle/>
          <a:p>
            <a:pPr marL="0" indent="0" algn="ctr">
              <a:buNone/>
            </a:pPr>
            <a:r>
              <a:rPr lang="en-US" sz="1050" dirty="0">
                <a:solidFill>
                  <a:srgbClr val="A49DBD"/>
                </a:solidFill>
                <a:latin typeface="Arial" pitchFamily="34" charset="0"/>
                <a:ea typeface="Arial" pitchFamily="34" charset="-122"/>
                <a:cs typeface="Arial" pitchFamily="34" charset="-120"/>
              </a:rPr>
              <a:t>オクターブ</a:t>
            </a:r>
            <a:endParaRPr lang="en-US" sz="1050" dirty="0"/>
          </a:p>
        </p:txBody>
      </p:sp>
      <p:sp>
        <p:nvSpPr>
          <p:cNvPr id="17" name="Shape 15"/>
          <p:cNvSpPr/>
          <p:nvPr/>
        </p:nvSpPr>
        <p:spPr>
          <a:xfrm>
            <a:off x="7543800" y="3703320"/>
            <a:ext cx="235327" cy="868680"/>
          </a:xfrm>
          <a:prstGeom prst="roundRect">
            <a:avLst>
              <a:gd name="adj" fmla="val 11657"/>
            </a:avLst>
          </a:prstGeom>
          <a:solidFill>
            <a:srgbClr val="6D8DFF"/>
          </a:solidFill>
          <a:ln w="6350">
            <a:solidFill>
              <a:srgbClr val="33304A"/>
            </a:solidFill>
            <a:prstDash val="solid"/>
          </a:ln>
        </p:spPr>
        <p:txBody>
          <a:bodyPr/>
          <a:lstStyle/>
          <a:p>
            <a:endParaRPr lang="ja-JP" altLang="en-US"/>
          </a:p>
        </p:txBody>
      </p:sp>
      <p:sp>
        <p:nvSpPr>
          <p:cNvPr id="18" name="Shape 16"/>
          <p:cNvSpPr/>
          <p:nvPr/>
        </p:nvSpPr>
        <p:spPr>
          <a:xfrm>
            <a:off x="7797415" y="3703320"/>
            <a:ext cx="235327" cy="868680"/>
          </a:xfrm>
          <a:prstGeom prst="roundRect">
            <a:avLst>
              <a:gd name="adj" fmla="val 11657"/>
            </a:avLst>
          </a:prstGeom>
          <a:solidFill>
            <a:srgbClr val="2B2739"/>
          </a:solidFill>
          <a:ln w="6350">
            <a:solidFill>
              <a:srgbClr val="33304A"/>
            </a:solidFill>
            <a:prstDash val="solid"/>
          </a:ln>
        </p:spPr>
        <p:txBody>
          <a:bodyPr/>
          <a:lstStyle/>
          <a:p>
            <a:endParaRPr lang="ja-JP" altLang="en-US"/>
          </a:p>
        </p:txBody>
      </p:sp>
      <p:sp>
        <p:nvSpPr>
          <p:cNvPr id="19" name="Shape 17"/>
          <p:cNvSpPr/>
          <p:nvPr/>
        </p:nvSpPr>
        <p:spPr>
          <a:xfrm>
            <a:off x="8051031" y="3703320"/>
            <a:ext cx="235327" cy="868680"/>
          </a:xfrm>
          <a:prstGeom prst="roundRect">
            <a:avLst>
              <a:gd name="adj" fmla="val 11657"/>
            </a:avLst>
          </a:prstGeom>
          <a:solidFill>
            <a:srgbClr val="6D8DFF"/>
          </a:solidFill>
          <a:ln w="6350">
            <a:solidFill>
              <a:srgbClr val="33304A"/>
            </a:solidFill>
            <a:prstDash val="solid"/>
          </a:ln>
        </p:spPr>
        <p:txBody>
          <a:bodyPr/>
          <a:lstStyle/>
          <a:p>
            <a:endParaRPr lang="ja-JP" altLang="en-US"/>
          </a:p>
        </p:txBody>
      </p:sp>
      <p:sp>
        <p:nvSpPr>
          <p:cNvPr id="20" name="Shape 18"/>
          <p:cNvSpPr/>
          <p:nvPr/>
        </p:nvSpPr>
        <p:spPr>
          <a:xfrm>
            <a:off x="8304646" y="3703320"/>
            <a:ext cx="235327" cy="868680"/>
          </a:xfrm>
          <a:prstGeom prst="roundRect">
            <a:avLst>
              <a:gd name="adj" fmla="val 11657"/>
            </a:avLst>
          </a:prstGeom>
          <a:solidFill>
            <a:srgbClr val="2B2739"/>
          </a:solidFill>
          <a:ln w="6350">
            <a:solidFill>
              <a:srgbClr val="33304A"/>
            </a:solidFill>
            <a:prstDash val="solid"/>
          </a:ln>
        </p:spPr>
        <p:txBody>
          <a:bodyPr/>
          <a:lstStyle/>
          <a:p>
            <a:endParaRPr lang="ja-JP" altLang="en-US"/>
          </a:p>
        </p:txBody>
      </p:sp>
      <p:sp>
        <p:nvSpPr>
          <p:cNvPr id="21" name="Shape 19"/>
          <p:cNvSpPr/>
          <p:nvPr/>
        </p:nvSpPr>
        <p:spPr>
          <a:xfrm>
            <a:off x="8558261" y="3703320"/>
            <a:ext cx="235327" cy="868680"/>
          </a:xfrm>
          <a:prstGeom prst="roundRect">
            <a:avLst>
              <a:gd name="adj" fmla="val 11657"/>
            </a:avLst>
          </a:prstGeom>
          <a:solidFill>
            <a:srgbClr val="6D8DFF"/>
          </a:solidFill>
          <a:ln w="6350">
            <a:solidFill>
              <a:srgbClr val="33304A"/>
            </a:solidFill>
            <a:prstDash val="solid"/>
          </a:ln>
        </p:spPr>
        <p:txBody>
          <a:bodyPr/>
          <a:lstStyle/>
          <a:p>
            <a:endParaRPr lang="ja-JP" altLang="en-US"/>
          </a:p>
        </p:txBody>
      </p:sp>
      <p:sp>
        <p:nvSpPr>
          <p:cNvPr id="22" name="Shape 20"/>
          <p:cNvSpPr/>
          <p:nvPr/>
        </p:nvSpPr>
        <p:spPr>
          <a:xfrm>
            <a:off x="8811877" y="3703320"/>
            <a:ext cx="235327" cy="868680"/>
          </a:xfrm>
          <a:prstGeom prst="roundRect">
            <a:avLst>
              <a:gd name="adj" fmla="val 11657"/>
            </a:avLst>
          </a:prstGeom>
          <a:solidFill>
            <a:srgbClr val="2B2739"/>
          </a:solidFill>
          <a:ln w="6350">
            <a:solidFill>
              <a:srgbClr val="33304A"/>
            </a:solidFill>
            <a:prstDash val="solid"/>
          </a:ln>
        </p:spPr>
        <p:txBody>
          <a:bodyPr/>
          <a:lstStyle/>
          <a:p>
            <a:endParaRPr lang="ja-JP" altLang="en-US"/>
          </a:p>
        </p:txBody>
      </p:sp>
      <p:sp>
        <p:nvSpPr>
          <p:cNvPr id="23" name="Shape 21"/>
          <p:cNvSpPr/>
          <p:nvPr/>
        </p:nvSpPr>
        <p:spPr>
          <a:xfrm>
            <a:off x="9065492" y="3703320"/>
            <a:ext cx="235327" cy="868680"/>
          </a:xfrm>
          <a:prstGeom prst="roundRect">
            <a:avLst>
              <a:gd name="adj" fmla="val 11657"/>
            </a:avLst>
          </a:prstGeom>
          <a:solidFill>
            <a:srgbClr val="2B2739"/>
          </a:solidFill>
          <a:ln w="6350">
            <a:solidFill>
              <a:srgbClr val="33304A"/>
            </a:solidFill>
            <a:prstDash val="solid"/>
          </a:ln>
        </p:spPr>
        <p:txBody>
          <a:bodyPr/>
          <a:lstStyle/>
          <a:p>
            <a:endParaRPr lang="ja-JP" altLang="en-US"/>
          </a:p>
        </p:txBody>
      </p:sp>
      <p:sp>
        <p:nvSpPr>
          <p:cNvPr id="24" name="Shape 22"/>
          <p:cNvSpPr/>
          <p:nvPr/>
        </p:nvSpPr>
        <p:spPr>
          <a:xfrm>
            <a:off x="9319108" y="3703320"/>
            <a:ext cx="235327" cy="868680"/>
          </a:xfrm>
          <a:prstGeom prst="roundRect">
            <a:avLst>
              <a:gd name="adj" fmla="val 11657"/>
            </a:avLst>
          </a:prstGeom>
          <a:solidFill>
            <a:srgbClr val="2B2739"/>
          </a:solidFill>
          <a:ln w="6350">
            <a:solidFill>
              <a:srgbClr val="33304A"/>
            </a:solidFill>
            <a:prstDash val="solid"/>
          </a:ln>
        </p:spPr>
        <p:txBody>
          <a:bodyPr/>
          <a:lstStyle/>
          <a:p>
            <a:endParaRPr lang="ja-JP" altLang="en-US"/>
          </a:p>
        </p:txBody>
      </p:sp>
      <p:sp>
        <p:nvSpPr>
          <p:cNvPr id="25" name="Shape 23"/>
          <p:cNvSpPr/>
          <p:nvPr/>
        </p:nvSpPr>
        <p:spPr>
          <a:xfrm>
            <a:off x="9572723" y="3703320"/>
            <a:ext cx="235327" cy="868680"/>
          </a:xfrm>
          <a:prstGeom prst="roundRect">
            <a:avLst>
              <a:gd name="adj" fmla="val 11657"/>
            </a:avLst>
          </a:prstGeom>
          <a:solidFill>
            <a:srgbClr val="2B2739"/>
          </a:solidFill>
          <a:ln w="6350">
            <a:solidFill>
              <a:srgbClr val="33304A"/>
            </a:solidFill>
            <a:prstDash val="solid"/>
          </a:ln>
        </p:spPr>
        <p:txBody>
          <a:bodyPr/>
          <a:lstStyle/>
          <a:p>
            <a:endParaRPr lang="ja-JP" altLang="en-US"/>
          </a:p>
        </p:txBody>
      </p:sp>
      <p:sp>
        <p:nvSpPr>
          <p:cNvPr id="26" name="Shape 24"/>
          <p:cNvSpPr/>
          <p:nvPr/>
        </p:nvSpPr>
        <p:spPr>
          <a:xfrm>
            <a:off x="9826338" y="3703320"/>
            <a:ext cx="235327" cy="868680"/>
          </a:xfrm>
          <a:prstGeom prst="roundRect">
            <a:avLst>
              <a:gd name="adj" fmla="val 11657"/>
            </a:avLst>
          </a:prstGeom>
          <a:solidFill>
            <a:srgbClr val="2B2739"/>
          </a:solidFill>
          <a:ln w="6350">
            <a:solidFill>
              <a:srgbClr val="33304A"/>
            </a:solidFill>
            <a:prstDash val="solid"/>
          </a:ln>
        </p:spPr>
        <p:txBody>
          <a:bodyPr/>
          <a:lstStyle/>
          <a:p>
            <a:endParaRPr lang="ja-JP" altLang="en-US"/>
          </a:p>
        </p:txBody>
      </p:sp>
      <p:sp>
        <p:nvSpPr>
          <p:cNvPr id="27" name="Shape 25"/>
          <p:cNvSpPr/>
          <p:nvPr/>
        </p:nvSpPr>
        <p:spPr>
          <a:xfrm>
            <a:off x="10079954" y="3703320"/>
            <a:ext cx="235327" cy="868680"/>
          </a:xfrm>
          <a:prstGeom prst="roundRect">
            <a:avLst>
              <a:gd name="adj" fmla="val 11657"/>
            </a:avLst>
          </a:prstGeom>
          <a:solidFill>
            <a:srgbClr val="2B2739"/>
          </a:solidFill>
          <a:ln w="6350">
            <a:solidFill>
              <a:srgbClr val="33304A"/>
            </a:solidFill>
            <a:prstDash val="solid"/>
          </a:ln>
        </p:spPr>
        <p:txBody>
          <a:bodyPr/>
          <a:lstStyle/>
          <a:p>
            <a:endParaRPr lang="ja-JP" altLang="en-US"/>
          </a:p>
        </p:txBody>
      </p:sp>
      <p:sp>
        <p:nvSpPr>
          <p:cNvPr id="28" name="Shape 26"/>
          <p:cNvSpPr/>
          <p:nvPr/>
        </p:nvSpPr>
        <p:spPr>
          <a:xfrm>
            <a:off x="10333569" y="3703320"/>
            <a:ext cx="235327" cy="868680"/>
          </a:xfrm>
          <a:prstGeom prst="roundRect">
            <a:avLst>
              <a:gd name="adj" fmla="val 11657"/>
            </a:avLst>
          </a:prstGeom>
          <a:solidFill>
            <a:srgbClr val="2B2739"/>
          </a:solidFill>
          <a:ln w="6350">
            <a:solidFill>
              <a:srgbClr val="33304A"/>
            </a:solidFill>
            <a:prstDash val="solid"/>
          </a:ln>
        </p:spPr>
        <p:txBody>
          <a:bodyPr/>
          <a:lstStyle/>
          <a:p>
            <a:endParaRPr lang="ja-JP" altLang="en-US"/>
          </a:p>
        </p:txBody>
      </p:sp>
      <p:sp>
        <p:nvSpPr>
          <p:cNvPr id="29" name="Shape 27"/>
          <p:cNvSpPr/>
          <p:nvPr/>
        </p:nvSpPr>
        <p:spPr>
          <a:xfrm>
            <a:off x="10587184" y="3703320"/>
            <a:ext cx="235327" cy="868680"/>
          </a:xfrm>
          <a:prstGeom prst="roundRect">
            <a:avLst>
              <a:gd name="adj" fmla="val 11657"/>
            </a:avLst>
          </a:prstGeom>
          <a:solidFill>
            <a:srgbClr val="2B2739"/>
          </a:solidFill>
          <a:ln w="6350">
            <a:solidFill>
              <a:srgbClr val="33304A"/>
            </a:solidFill>
            <a:prstDash val="solid"/>
          </a:ln>
        </p:spPr>
        <p:txBody>
          <a:bodyPr/>
          <a:lstStyle/>
          <a:p>
            <a:endParaRPr lang="ja-JP" altLang="en-US"/>
          </a:p>
        </p:txBody>
      </p:sp>
      <p:sp>
        <p:nvSpPr>
          <p:cNvPr id="30" name="Shape 28"/>
          <p:cNvSpPr/>
          <p:nvPr/>
        </p:nvSpPr>
        <p:spPr>
          <a:xfrm>
            <a:off x="10840800" y="3703320"/>
            <a:ext cx="235327" cy="868680"/>
          </a:xfrm>
          <a:prstGeom prst="roundRect">
            <a:avLst>
              <a:gd name="adj" fmla="val 11657"/>
            </a:avLst>
          </a:prstGeom>
          <a:solidFill>
            <a:srgbClr val="2B2739"/>
          </a:solidFill>
          <a:ln w="6350">
            <a:solidFill>
              <a:srgbClr val="33304A"/>
            </a:solidFill>
            <a:prstDash val="solid"/>
          </a:ln>
        </p:spPr>
        <p:txBody>
          <a:bodyPr/>
          <a:lstStyle/>
          <a:p>
            <a:endParaRPr lang="ja-JP" altLang="en-US"/>
          </a:p>
        </p:txBody>
      </p:sp>
      <p:sp>
        <p:nvSpPr>
          <p:cNvPr id="31" name="Shape 29"/>
          <p:cNvSpPr/>
          <p:nvPr/>
        </p:nvSpPr>
        <p:spPr>
          <a:xfrm>
            <a:off x="7721331" y="3703320"/>
            <a:ext cx="152169" cy="538582"/>
          </a:xfrm>
          <a:prstGeom prst="roundRect">
            <a:avLst>
              <a:gd name="adj" fmla="val 30046"/>
            </a:avLst>
          </a:prstGeom>
          <a:solidFill>
            <a:srgbClr val="0C0A12"/>
          </a:solidFill>
          <a:ln w="6350">
            <a:solidFill>
              <a:srgbClr val="14121A"/>
            </a:solidFill>
            <a:prstDash val="solid"/>
          </a:ln>
        </p:spPr>
        <p:txBody>
          <a:bodyPr/>
          <a:lstStyle/>
          <a:p>
            <a:endParaRPr lang="ja-JP" altLang="en-US"/>
          </a:p>
        </p:txBody>
      </p:sp>
      <p:sp>
        <p:nvSpPr>
          <p:cNvPr id="32" name="Shape 30"/>
          <p:cNvSpPr/>
          <p:nvPr/>
        </p:nvSpPr>
        <p:spPr>
          <a:xfrm>
            <a:off x="7974946" y="3703320"/>
            <a:ext cx="152169" cy="538582"/>
          </a:xfrm>
          <a:prstGeom prst="roundRect">
            <a:avLst>
              <a:gd name="adj" fmla="val 30046"/>
            </a:avLst>
          </a:prstGeom>
          <a:solidFill>
            <a:srgbClr val="0C0A12"/>
          </a:solidFill>
          <a:ln w="6350">
            <a:solidFill>
              <a:srgbClr val="14121A"/>
            </a:solidFill>
            <a:prstDash val="solid"/>
          </a:ln>
        </p:spPr>
        <p:txBody>
          <a:bodyPr/>
          <a:lstStyle/>
          <a:p>
            <a:endParaRPr lang="ja-JP" altLang="en-US"/>
          </a:p>
        </p:txBody>
      </p:sp>
      <p:sp>
        <p:nvSpPr>
          <p:cNvPr id="33" name="Shape 31"/>
          <p:cNvSpPr/>
          <p:nvPr/>
        </p:nvSpPr>
        <p:spPr>
          <a:xfrm>
            <a:off x="8482177" y="3703320"/>
            <a:ext cx="152169" cy="538582"/>
          </a:xfrm>
          <a:prstGeom prst="roundRect">
            <a:avLst>
              <a:gd name="adj" fmla="val 30046"/>
            </a:avLst>
          </a:prstGeom>
          <a:solidFill>
            <a:srgbClr val="0C0A12"/>
          </a:solidFill>
          <a:ln w="6350">
            <a:solidFill>
              <a:srgbClr val="14121A"/>
            </a:solidFill>
            <a:prstDash val="solid"/>
          </a:ln>
        </p:spPr>
        <p:txBody>
          <a:bodyPr/>
          <a:lstStyle/>
          <a:p>
            <a:endParaRPr lang="ja-JP" altLang="en-US"/>
          </a:p>
        </p:txBody>
      </p:sp>
      <p:sp>
        <p:nvSpPr>
          <p:cNvPr id="34" name="Shape 32"/>
          <p:cNvSpPr/>
          <p:nvPr/>
        </p:nvSpPr>
        <p:spPr>
          <a:xfrm>
            <a:off x="8735792" y="3703320"/>
            <a:ext cx="152169" cy="538582"/>
          </a:xfrm>
          <a:prstGeom prst="roundRect">
            <a:avLst>
              <a:gd name="adj" fmla="val 30046"/>
            </a:avLst>
          </a:prstGeom>
          <a:solidFill>
            <a:srgbClr val="0C0A12"/>
          </a:solidFill>
          <a:ln w="6350">
            <a:solidFill>
              <a:srgbClr val="14121A"/>
            </a:solidFill>
            <a:prstDash val="solid"/>
          </a:ln>
        </p:spPr>
        <p:txBody>
          <a:bodyPr/>
          <a:lstStyle/>
          <a:p>
            <a:endParaRPr lang="ja-JP" altLang="en-US"/>
          </a:p>
        </p:txBody>
      </p:sp>
      <p:sp>
        <p:nvSpPr>
          <p:cNvPr id="35" name="Shape 33"/>
          <p:cNvSpPr/>
          <p:nvPr/>
        </p:nvSpPr>
        <p:spPr>
          <a:xfrm>
            <a:off x="8989408" y="3703320"/>
            <a:ext cx="152169" cy="538582"/>
          </a:xfrm>
          <a:prstGeom prst="roundRect">
            <a:avLst>
              <a:gd name="adj" fmla="val 30046"/>
            </a:avLst>
          </a:prstGeom>
          <a:solidFill>
            <a:srgbClr val="0C0A12"/>
          </a:solidFill>
          <a:ln w="6350">
            <a:solidFill>
              <a:srgbClr val="14121A"/>
            </a:solidFill>
            <a:prstDash val="solid"/>
          </a:ln>
        </p:spPr>
        <p:txBody>
          <a:bodyPr/>
          <a:lstStyle/>
          <a:p>
            <a:endParaRPr lang="ja-JP" altLang="en-US"/>
          </a:p>
        </p:txBody>
      </p:sp>
      <p:sp>
        <p:nvSpPr>
          <p:cNvPr id="36" name="Shape 34"/>
          <p:cNvSpPr/>
          <p:nvPr/>
        </p:nvSpPr>
        <p:spPr>
          <a:xfrm>
            <a:off x="9496638" y="3703320"/>
            <a:ext cx="152169" cy="538582"/>
          </a:xfrm>
          <a:prstGeom prst="roundRect">
            <a:avLst>
              <a:gd name="adj" fmla="val 30046"/>
            </a:avLst>
          </a:prstGeom>
          <a:solidFill>
            <a:srgbClr val="0C0A12"/>
          </a:solidFill>
          <a:ln w="6350">
            <a:solidFill>
              <a:srgbClr val="14121A"/>
            </a:solidFill>
            <a:prstDash val="solid"/>
          </a:ln>
        </p:spPr>
        <p:txBody>
          <a:bodyPr/>
          <a:lstStyle/>
          <a:p>
            <a:endParaRPr lang="ja-JP" altLang="en-US"/>
          </a:p>
        </p:txBody>
      </p:sp>
      <p:sp>
        <p:nvSpPr>
          <p:cNvPr id="37" name="Shape 35"/>
          <p:cNvSpPr/>
          <p:nvPr/>
        </p:nvSpPr>
        <p:spPr>
          <a:xfrm>
            <a:off x="9750254" y="3703320"/>
            <a:ext cx="152169" cy="538582"/>
          </a:xfrm>
          <a:prstGeom prst="roundRect">
            <a:avLst>
              <a:gd name="adj" fmla="val 30046"/>
            </a:avLst>
          </a:prstGeom>
          <a:solidFill>
            <a:srgbClr val="0C0A12"/>
          </a:solidFill>
          <a:ln w="6350">
            <a:solidFill>
              <a:srgbClr val="14121A"/>
            </a:solidFill>
            <a:prstDash val="solid"/>
          </a:ln>
        </p:spPr>
        <p:txBody>
          <a:bodyPr/>
          <a:lstStyle/>
          <a:p>
            <a:endParaRPr lang="ja-JP" altLang="en-US"/>
          </a:p>
        </p:txBody>
      </p:sp>
      <p:sp>
        <p:nvSpPr>
          <p:cNvPr id="38" name="Shape 36"/>
          <p:cNvSpPr/>
          <p:nvPr/>
        </p:nvSpPr>
        <p:spPr>
          <a:xfrm>
            <a:off x="10257484" y="3703320"/>
            <a:ext cx="152169" cy="538582"/>
          </a:xfrm>
          <a:prstGeom prst="roundRect">
            <a:avLst>
              <a:gd name="adj" fmla="val 30046"/>
            </a:avLst>
          </a:prstGeom>
          <a:solidFill>
            <a:srgbClr val="0C0A12"/>
          </a:solidFill>
          <a:ln w="6350">
            <a:solidFill>
              <a:srgbClr val="14121A"/>
            </a:solidFill>
            <a:prstDash val="solid"/>
          </a:ln>
        </p:spPr>
        <p:txBody>
          <a:bodyPr/>
          <a:lstStyle/>
          <a:p>
            <a:endParaRPr lang="ja-JP" altLang="en-US"/>
          </a:p>
        </p:txBody>
      </p:sp>
      <p:sp>
        <p:nvSpPr>
          <p:cNvPr id="39" name="Shape 37"/>
          <p:cNvSpPr/>
          <p:nvPr/>
        </p:nvSpPr>
        <p:spPr>
          <a:xfrm>
            <a:off x="10511100" y="3703320"/>
            <a:ext cx="152169" cy="538582"/>
          </a:xfrm>
          <a:prstGeom prst="roundRect">
            <a:avLst>
              <a:gd name="adj" fmla="val 30046"/>
            </a:avLst>
          </a:prstGeom>
          <a:solidFill>
            <a:srgbClr val="0C0A12"/>
          </a:solidFill>
          <a:ln w="6350">
            <a:solidFill>
              <a:srgbClr val="14121A"/>
            </a:solidFill>
            <a:prstDash val="solid"/>
          </a:ln>
        </p:spPr>
        <p:txBody>
          <a:bodyPr/>
          <a:lstStyle/>
          <a:p>
            <a:endParaRPr lang="ja-JP" altLang="en-US"/>
          </a:p>
        </p:txBody>
      </p:sp>
      <p:sp>
        <p:nvSpPr>
          <p:cNvPr id="40" name="Shape 38"/>
          <p:cNvSpPr/>
          <p:nvPr/>
        </p:nvSpPr>
        <p:spPr>
          <a:xfrm>
            <a:off x="10764715" y="3703320"/>
            <a:ext cx="152169" cy="538582"/>
          </a:xfrm>
          <a:prstGeom prst="roundRect">
            <a:avLst>
              <a:gd name="adj" fmla="val 30046"/>
            </a:avLst>
          </a:prstGeom>
          <a:solidFill>
            <a:srgbClr val="0C0A12"/>
          </a:solidFill>
          <a:ln w="6350">
            <a:solidFill>
              <a:srgbClr val="14121A"/>
            </a:solidFill>
            <a:prstDash val="solid"/>
          </a:ln>
        </p:spPr>
        <p:txBody>
          <a:bodyPr/>
          <a:lstStyle/>
          <a:p>
            <a:endParaRPr lang="ja-JP" altLang="en-US"/>
          </a:p>
        </p:txBody>
      </p:sp>
      <p:sp>
        <p:nvSpPr>
          <p:cNvPr id="41" name="Text 39"/>
          <p:cNvSpPr/>
          <p:nvPr/>
        </p:nvSpPr>
        <p:spPr>
          <a:xfrm>
            <a:off x="7543800" y="4736592"/>
            <a:ext cx="3550615" cy="457200"/>
          </a:xfrm>
          <a:prstGeom prst="rect">
            <a:avLst/>
          </a:prstGeom>
          <a:noFill/>
          <a:ln/>
        </p:spPr>
        <p:txBody>
          <a:bodyPr wrap="square" lIns="0" tIns="0" rIns="0" bIns="0" rtlCol="0" anchor="ctr"/>
          <a:lstStyle/>
          <a:p>
            <a:pPr marL="0" indent="0">
              <a:lnSpc>
                <a:spcPct val="130000"/>
              </a:lnSpc>
              <a:buNone/>
            </a:pPr>
            <a:r>
              <a:rPr lang="en-US" sz="1150" dirty="0">
                <a:solidFill>
                  <a:srgbClr val="6F6889"/>
                </a:solidFill>
                <a:latin typeface="Arial" pitchFamily="34" charset="0"/>
                <a:ea typeface="Arial" pitchFamily="34" charset="-122"/>
                <a:cs typeface="Arial" pitchFamily="34" charset="-120"/>
              </a:rPr>
              <a:t>押した鍵盤が光って、音が鳴る。できたのは、ここまで。</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21A"/>
        </a:solidFill>
        <a:effectLst/>
      </p:bgPr>
    </p:bg>
    <p:spTree>
      <p:nvGrpSpPr>
        <p:cNvPr id="1" name=""/>
        <p:cNvGrpSpPr/>
        <p:nvPr/>
      </p:nvGrpSpPr>
      <p:grpSpPr>
        <a:xfrm>
          <a:off x="0" y="0"/>
          <a:ext cx="0" cy="0"/>
          <a:chOff x="0" y="0"/>
          <a:chExt cx="0" cy="0"/>
        </a:xfrm>
      </p:grpSpPr>
      <p:sp>
        <p:nvSpPr>
          <p:cNvPr id="2" name="Text 0"/>
          <p:cNvSpPr/>
          <p:nvPr/>
        </p:nvSpPr>
        <p:spPr>
          <a:xfrm>
            <a:off x="777240" y="420624"/>
            <a:ext cx="10637215" cy="256032"/>
          </a:xfrm>
          <a:prstGeom prst="rect">
            <a:avLst/>
          </a:prstGeom>
          <a:noFill/>
          <a:ln/>
        </p:spPr>
        <p:txBody>
          <a:bodyPr wrap="square" lIns="0" tIns="0" rIns="0" bIns="0" rtlCol="0" anchor="ctr"/>
          <a:lstStyle/>
          <a:p>
            <a:pPr marL="0" indent="0">
              <a:buNone/>
            </a:pPr>
            <a:r>
              <a:rPr lang="en-US" sz="1150" b="1" kern="0" spc="350" dirty="0">
                <a:solidFill>
                  <a:srgbClr val="6D8DFF"/>
                </a:solidFill>
                <a:latin typeface="Arial" pitchFamily="34" charset="0"/>
                <a:ea typeface="Arial" pitchFamily="34" charset="-122"/>
                <a:cs typeface="Arial" pitchFamily="34" charset="-120"/>
              </a:rPr>
              <a:t>前回の課題</a:t>
            </a:r>
            <a:endParaRPr lang="en-US" sz="1150" dirty="0"/>
          </a:p>
        </p:txBody>
      </p:sp>
      <p:sp>
        <p:nvSpPr>
          <p:cNvPr id="3" name="Text 1"/>
          <p:cNvSpPr/>
          <p:nvPr/>
        </p:nvSpPr>
        <p:spPr>
          <a:xfrm>
            <a:off x="777240" y="749808"/>
            <a:ext cx="10637215" cy="640080"/>
          </a:xfrm>
          <a:prstGeom prst="rect">
            <a:avLst/>
          </a:prstGeom>
          <a:noFill/>
          <a:ln/>
        </p:spPr>
        <p:txBody>
          <a:bodyPr wrap="square" lIns="0" tIns="0" rIns="0" bIns="0" rtlCol="0" anchor="t"/>
          <a:lstStyle/>
          <a:p>
            <a:pPr marL="0" indent="0">
              <a:buNone/>
            </a:pPr>
            <a:r>
              <a:rPr lang="en-US" sz="3200" b="1" dirty="0">
                <a:solidFill>
                  <a:srgbClr val="ECE9F5"/>
                </a:solidFill>
                <a:latin typeface="Arial" pitchFamily="34" charset="0"/>
                <a:ea typeface="Arial" pitchFamily="34" charset="-122"/>
                <a:cs typeface="Arial" pitchFamily="34" charset="-120"/>
              </a:rPr>
              <a:t>つかめなかったのは、この3つでした。</a:t>
            </a:r>
            <a:endParaRPr lang="en-US" sz="3200" dirty="0"/>
          </a:p>
        </p:txBody>
      </p:sp>
      <p:sp>
        <p:nvSpPr>
          <p:cNvPr id="4" name="Shape 2"/>
          <p:cNvSpPr/>
          <p:nvPr/>
        </p:nvSpPr>
        <p:spPr>
          <a:xfrm>
            <a:off x="777240" y="1965960"/>
            <a:ext cx="1691640" cy="786384"/>
          </a:xfrm>
          <a:prstGeom prst="roundRect">
            <a:avLst>
              <a:gd name="adj" fmla="val 16279"/>
            </a:avLst>
          </a:prstGeom>
          <a:solidFill>
            <a:srgbClr val="6D8DFF"/>
          </a:solidFill>
          <a:ln/>
        </p:spPr>
        <p:txBody>
          <a:bodyPr/>
          <a:lstStyle/>
          <a:p>
            <a:endParaRPr lang="ja-JP" altLang="en-US"/>
          </a:p>
        </p:txBody>
      </p:sp>
      <p:sp>
        <p:nvSpPr>
          <p:cNvPr id="5" name="Text 3"/>
          <p:cNvSpPr/>
          <p:nvPr/>
        </p:nvSpPr>
        <p:spPr>
          <a:xfrm>
            <a:off x="777240" y="1965960"/>
            <a:ext cx="1691640" cy="786384"/>
          </a:xfrm>
          <a:prstGeom prst="rect">
            <a:avLst/>
          </a:prstGeom>
          <a:noFill/>
          <a:ln/>
        </p:spPr>
        <p:txBody>
          <a:bodyPr wrap="square" lIns="0" tIns="0" rIns="0" bIns="0" rtlCol="0" anchor="ctr"/>
          <a:lstStyle/>
          <a:p>
            <a:pPr marL="0" indent="0" algn="ctr">
              <a:buNone/>
            </a:pPr>
            <a:r>
              <a:rPr lang="en-US" sz="1500" b="1" dirty="0">
                <a:solidFill>
                  <a:srgbClr val="141019"/>
                </a:solidFill>
                <a:latin typeface="Arial" pitchFamily="34" charset="0"/>
                <a:ea typeface="Arial" pitchFamily="34" charset="-122"/>
                <a:cs typeface="Arial" pitchFamily="34" charset="-120"/>
              </a:rPr>
              <a:t>流れ</a:t>
            </a:r>
            <a:endParaRPr lang="en-US" sz="1500" dirty="0"/>
          </a:p>
        </p:txBody>
      </p:sp>
      <p:sp>
        <p:nvSpPr>
          <p:cNvPr id="6" name="Text 4"/>
          <p:cNvSpPr/>
          <p:nvPr/>
        </p:nvSpPr>
        <p:spPr>
          <a:xfrm>
            <a:off x="2743200" y="1947672"/>
            <a:ext cx="2743200" cy="402336"/>
          </a:xfrm>
          <a:prstGeom prst="rect">
            <a:avLst/>
          </a:prstGeom>
          <a:noFill/>
          <a:ln/>
        </p:spPr>
        <p:txBody>
          <a:bodyPr wrap="square" lIns="0" tIns="0" rIns="0" bIns="0" rtlCol="0" anchor="ctr"/>
          <a:lstStyle/>
          <a:p>
            <a:pPr marL="0" indent="0">
              <a:buNone/>
            </a:pPr>
            <a:r>
              <a:rPr lang="en-US" sz="1800" b="1" dirty="0">
                <a:solidFill>
                  <a:srgbClr val="ECE9F5"/>
                </a:solidFill>
                <a:latin typeface="Arial" pitchFamily="34" charset="0"/>
                <a:ea typeface="Arial" pitchFamily="34" charset="-122"/>
                <a:cs typeface="Arial" pitchFamily="34" charset="-120"/>
              </a:rPr>
              <a:t>コード進行</a:t>
            </a:r>
            <a:endParaRPr lang="en-US" sz="1800" dirty="0"/>
          </a:p>
        </p:txBody>
      </p:sp>
      <p:sp>
        <p:nvSpPr>
          <p:cNvPr id="7" name="Text 5"/>
          <p:cNvSpPr/>
          <p:nvPr/>
        </p:nvSpPr>
        <p:spPr>
          <a:xfrm>
            <a:off x="2743200" y="2331720"/>
            <a:ext cx="8671255" cy="457200"/>
          </a:xfrm>
          <a:prstGeom prst="rect">
            <a:avLst/>
          </a:prstGeom>
          <a:noFill/>
          <a:ln/>
        </p:spPr>
        <p:txBody>
          <a:bodyPr wrap="square" lIns="0" tIns="0" rIns="0" bIns="0" rtlCol="0" anchor="t"/>
          <a:lstStyle/>
          <a:p>
            <a:pPr marL="0" indent="0">
              <a:buNone/>
            </a:pPr>
            <a:r>
              <a:rPr lang="en-US" sz="1350" dirty="0">
                <a:solidFill>
                  <a:srgbClr val="A49DBD"/>
                </a:solidFill>
                <a:latin typeface="Arial" pitchFamily="34" charset="0"/>
                <a:ea typeface="Arial" pitchFamily="34" charset="-122"/>
                <a:cs typeface="Arial" pitchFamily="34" charset="-120"/>
              </a:rPr>
              <a:t>コードを1つ鳴らせても、次にどこへ動くと気持ちいいのかは分からないままだった。</a:t>
            </a:r>
            <a:endParaRPr lang="en-US" sz="1350" dirty="0"/>
          </a:p>
        </p:txBody>
      </p:sp>
      <p:sp>
        <p:nvSpPr>
          <p:cNvPr id="8" name="Shape 6"/>
          <p:cNvSpPr/>
          <p:nvPr/>
        </p:nvSpPr>
        <p:spPr>
          <a:xfrm>
            <a:off x="777240" y="3136392"/>
            <a:ext cx="1691640" cy="786384"/>
          </a:xfrm>
          <a:prstGeom prst="roundRect">
            <a:avLst>
              <a:gd name="adj" fmla="val 16279"/>
            </a:avLst>
          </a:prstGeom>
          <a:solidFill>
            <a:srgbClr val="F0A63C"/>
          </a:solidFill>
          <a:ln/>
        </p:spPr>
        <p:txBody>
          <a:bodyPr/>
          <a:lstStyle/>
          <a:p>
            <a:endParaRPr lang="ja-JP" altLang="en-US"/>
          </a:p>
        </p:txBody>
      </p:sp>
      <p:sp>
        <p:nvSpPr>
          <p:cNvPr id="9" name="Text 7"/>
          <p:cNvSpPr/>
          <p:nvPr/>
        </p:nvSpPr>
        <p:spPr>
          <a:xfrm>
            <a:off x="777240" y="3136392"/>
            <a:ext cx="1691640" cy="786384"/>
          </a:xfrm>
          <a:prstGeom prst="rect">
            <a:avLst/>
          </a:prstGeom>
          <a:noFill/>
          <a:ln/>
        </p:spPr>
        <p:txBody>
          <a:bodyPr wrap="square" lIns="0" tIns="0" rIns="0" bIns="0" rtlCol="0" anchor="ctr"/>
          <a:lstStyle/>
          <a:p>
            <a:pPr marL="0" indent="0" algn="ctr">
              <a:buNone/>
            </a:pPr>
            <a:r>
              <a:rPr lang="en-US" sz="1500" b="1" dirty="0">
                <a:solidFill>
                  <a:srgbClr val="141019"/>
                </a:solidFill>
                <a:latin typeface="Arial" pitchFamily="34" charset="0"/>
                <a:ea typeface="Arial" pitchFamily="34" charset="-122"/>
                <a:cs typeface="Arial" pitchFamily="34" charset="-120"/>
              </a:rPr>
              <a:t>ゆらぎ</a:t>
            </a:r>
            <a:endParaRPr lang="en-US" sz="1500" dirty="0"/>
          </a:p>
        </p:txBody>
      </p:sp>
      <p:sp>
        <p:nvSpPr>
          <p:cNvPr id="10" name="Text 8"/>
          <p:cNvSpPr/>
          <p:nvPr/>
        </p:nvSpPr>
        <p:spPr>
          <a:xfrm>
            <a:off x="2743200" y="3118104"/>
            <a:ext cx="2743200" cy="402336"/>
          </a:xfrm>
          <a:prstGeom prst="rect">
            <a:avLst/>
          </a:prstGeom>
          <a:noFill/>
          <a:ln/>
        </p:spPr>
        <p:txBody>
          <a:bodyPr wrap="square" lIns="0" tIns="0" rIns="0" bIns="0" rtlCol="0" anchor="ctr"/>
          <a:lstStyle/>
          <a:p>
            <a:pPr marL="0" indent="0">
              <a:buNone/>
            </a:pPr>
            <a:r>
              <a:rPr lang="en-US" sz="1800" b="1" dirty="0">
                <a:solidFill>
                  <a:srgbClr val="ECE9F5"/>
                </a:solidFill>
                <a:latin typeface="Arial" pitchFamily="34" charset="0"/>
                <a:ea typeface="Arial" pitchFamily="34" charset="-122"/>
                <a:cs typeface="Arial" pitchFamily="34" charset="-120"/>
              </a:rPr>
              <a:t>テンション</a:t>
            </a:r>
            <a:endParaRPr lang="en-US" sz="1800" dirty="0"/>
          </a:p>
        </p:txBody>
      </p:sp>
      <p:sp>
        <p:nvSpPr>
          <p:cNvPr id="11" name="Text 9"/>
          <p:cNvSpPr/>
          <p:nvPr/>
        </p:nvSpPr>
        <p:spPr>
          <a:xfrm>
            <a:off x="2743200" y="3502152"/>
            <a:ext cx="8671255" cy="457200"/>
          </a:xfrm>
          <a:prstGeom prst="rect">
            <a:avLst/>
          </a:prstGeom>
          <a:noFill/>
          <a:ln/>
        </p:spPr>
        <p:txBody>
          <a:bodyPr wrap="square" lIns="0" tIns="0" rIns="0" bIns="0" rtlCol="0" anchor="t"/>
          <a:lstStyle/>
          <a:p>
            <a:pPr marL="0" indent="0">
              <a:buNone/>
            </a:pPr>
            <a:r>
              <a:rPr lang="en-US" sz="1350" dirty="0">
                <a:solidFill>
                  <a:srgbClr val="A49DBD"/>
                </a:solidFill>
                <a:latin typeface="Arial" pitchFamily="34" charset="0"/>
                <a:ea typeface="Arial" pitchFamily="34" charset="-122"/>
                <a:cs typeface="Arial" pitchFamily="34" charset="-120"/>
              </a:rPr>
              <a:t>9thを足すボタンすらなかった。足したら響きがどう変わるのか、聴いて確かめられなかった。</a:t>
            </a:r>
            <a:endParaRPr lang="en-US" sz="1350" dirty="0"/>
          </a:p>
        </p:txBody>
      </p:sp>
      <p:sp>
        <p:nvSpPr>
          <p:cNvPr id="12" name="Shape 10"/>
          <p:cNvSpPr/>
          <p:nvPr/>
        </p:nvSpPr>
        <p:spPr>
          <a:xfrm>
            <a:off x="777240" y="4306824"/>
            <a:ext cx="1691640" cy="786384"/>
          </a:xfrm>
          <a:prstGeom prst="roundRect">
            <a:avLst>
              <a:gd name="adj" fmla="val 16279"/>
            </a:avLst>
          </a:prstGeom>
          <a:solidFill>
            <a:srgbClr val="F472B6"/>
          </a:solidFill>
          <a:ln/>
        </p:spPr>
        <p:txBody>
          <a:bodyPr/>
          <a:lstStyle/>
          <a:p>
            <a:endParaRPr lang="ja-JP" altLang="en-US"/>
          </a:p>
        </p:txBody>
      </p:sp>
      <p:sp>
        <p:nvSpPr>
          <p:cNvPr id="13" name="Text 11"/>
          <p:cNvSpPr/>
          <p:nvPr/>
        </p:nvSpPr>
        <p:spPr>
          <a:xfrm>
            <a:off x="777240" y="4306824"/>
            <a:ext cx="1691640" cy="786384"/>
          </a:xfrm>
          <a:prstGeom prst="rect">
            <a:avLst/>
          </a:prstGeom>
          <a:noFill/>
          <a:ln/>
        </p:spPr>
        <p:txBody>
          <a:bodyPr wrap="square" lIns="0" tIns="0" rIns="0" bIns="0" rtlCol="0" anchor="ctr"/>
          <a:lstStyle/>
          <a:p>
            <a:pPr marL="0" indent="0" algn="ctr">
              <a:buNone/>
            </a:pPr>
            <a:r>
              <a:rPr lang="en-US" sz="1500" b="1" dirty="0">
                <a:solidFill>
                  <a:srgbClr val="141019"/>
                </a:solidFill>
                <a:latin typeface="Arial" pitchFamily="34" charset="0"/>
                <a:ea typeface="Arial" pitchFamily="34" charset="-122"/>
                <a:cs typeface="Arial" pitchFamily="34" charset="-120"/>
              </a:rPr>
              <a:t>手ざわり</a:t>
            </a:r>
            <a:endParaRPr lang="en-US" sz="1500" dirty="0"/>
          </a:p>
        </p:txBody>
      </p:sp>
      <p:sp>
        <p:nvSpPr>
          <p:cNvPr id="14" name="Text 12"/>
          <p:cNvSpPr/>
          <p:nvPr/>
        </p:nvSpPr>
        <p:spPr>
          <a:xfrm>
            <a:off x="2743200" y="4288536"/>
            <a:ext cx="2743200" cy="402336"/>
          </a:xfrm>
          <a:prstGeom prst="rect">
            <a:avLst/>
          </a:prstGeom>
          <a:noFill/>
          <a:ln/>
        </p:spPr>
        <p:txBody>
          <a:bodyPr wrap="square" lIns="0" tIns="0" rIns="0" bIns="0" rtlCol="0" anchor="ctr"/>
          <a:lstStyle/>
          <a:p>
            <a:pPr marL="0" indent="0">
              <a:buNone/>
            </a:pPr>
            <a:r>
              <a:rPr lang="en-US" sz="1800" b="1" dirty="0">
                <a:solidFill>
                  <a:srgbClr val="ECE9F5"/>
                </a:solidFill>
                <a:latin typeface="Arial" pitchFamily="34" charset="0"/>
                <a:ea typeface="Arial" pitchFamily="34" charset="-122"/>
                <a:cs typeface="Arial" pitchFamily="34" charset="-120"/>
              </a:rPr>
              <a:t>曲になる実感</a:t>
            </a:r>
            <a:endParaRPr lang="en-US" sz="1800" dirty="0"/>
          </a:p>
        </p:txBody>
      </p:sp>
      <p:sp>
        <p:nvSpPr>
          <p:cNvPr id="15" name="Text 13"/>
          <p:cNvSpPr/>
          <p:nvPr/>
        </p:nvSpPr>
        <p:spPr>
          <a:xfrm>
            <a:off x="2743200" y="4672584"/>
            <a:ext cx="8671255" cy="457200"/>
          </a:xfrm>
          <a:prstGeom prst="rect">
            <a:avLst/>
          </a:prstGeom>
          <a:noFill/>
          <a:ln/>
        </p:spPr>
        <p:txBody>
          <a:bodyPr wrap="square" lIns="0" tIns="0" rIns="0" bIns="0" rtlCol="0" anchor="t"/>
          <a:lstStyle/>
          <a:p>
            <a:pPr marL="0" indent="0">
              <a:buNone/>
            </a:pPr>
            <a:r>
              <a:rPr lang="en-US" sz="1350" dirty="0">
                <a:solidFill>
                  <a:srgbClr val="A49DBD"/>
                </a:solidFill>
                <a:latin typeface="Arial" pitchFamily="34" charset="0"/>
                <a:ea typeface="Arial" pitchFamily="34" charset="-122"/>
                <a:cs typeface="Arial" pitchFamily="34" charset="-120"/>
              </a:rPr>
              <a:t>メロディもベースも一緒に鳴らせず、「作っている」という手応えがまるでなかった。</a:t>
            </a:r>
            <a:endParaRPr lang="en-US" sz="1350" dirty="0"/>
          </a:p>
        </p:txBody>
      </p:sp>
      <p:sp>
        <p:nvSpPr>
          <p:cNvPr id="16" name="Shape 14"/>
          <p:cNvSpPr/>
          <p:nvPr/>
        </p:nvSpPr>
        <p:spPr>
          <a:xfrm>
            <a:off x="777240" y="5532120"/>
            <a:ext cx="10637215" cy="713232"/>
          </a:xfrm>
          <a:prstGeom prst="roundRect">
            <a:avLst>
              <a:gd name="adj" fmla="val 7692"/>
            </a:avLst>
          </a:prstGeom>
          <a:solidFill>
            <a:srgbClr val="1D1A26"/>
          </a:solidFill>
          <a:ln/>
        </p:spPr>
        <p:txBody>
          <a:bodyPr/>
          <a:lstStyle/>
          <a:p>
            <a:endParaRPr lang="ja-JP" altLang="en-US"/>
          </a:p>
        </p:txBody>
      </p:sp>
      <p:sp>
        <p:nvSpPr>
          <p:cNvPr id="17" name="Text 15"/>
          <p:cNvSpPr/>
          <p:nvPr/>
        </p:nvSpPr>
        <p:spPr>
          <a:xfrm>
            <a:off x="1188720" y="5532120"/>
            <a:ext cx="9814255" cy="713232"/>
          </a:xfrm>
          <a:prstGeom prst="rect">
            <a:avLst/>
          </a:prstGeom>
          <a:noFill/>
          <a:ln/>
        </p:spPr>
        <p:txBody>
          <a:bodyPr wrap="square" lIns="0" tIns="0" rIns="0" bIns="0" rtlCol="0" anchor="ctr"/>
          <a:lstStyle/>
          <a:p>
            <a:pPr marL="0" indent="0">
              <a:buNone/>
            </a:pPr>
            <a:r>
              <a:rPr lang="en-US" sz="1500" dirty="0">
                <a:solidFill>
                  <a:srgbClr val="A49DBD"/>
                </a:solidFill>
                <a:latin typeface="Arial" pitchFamily="34" charset="0"/>
                <a:ea typeface="Arial" pitchFamily="34" charset="-122"/>
                <a:cs typeface="Arial" pitchFamily="34" charset="-120"/>
              </a:rPr>
              <a:t>原因ははっきりしていて、</a:t>
            </a:r>
            <a:r>
              <a:rPr lang="en-US" sz="1500" b="1" dirty="0">
                <a:solidFill>
                  <a:srgbClr val="ECE9F5"/>
                </a:solidFill>
                <a:latin typeface="Arial" pitchFamily="34" charset="0"/>
                <a:ea typeface="Arial" pitchFamily="34" charset="-122"/>
                <a:cs typeface="Arial" pitchFamily="34" charset="-120"/>
              </a:rPr>
              <a:t>そのとき自分に、それを作れる技術力がなかった。</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21A"/>
        </a:solidFill>
        <a:effectLst/>
      </p:bgPr>
    </p:bg>
    <p:spTree>
      <p:nvGrpSpPr>
        <p:cNvPr id="1" name=""/>
        <p:cNvGrpSpPr/>
        <p:nvPr/>
      </p:nvGrpSpPr>
      <p:grpSpPr>
        <a:xfrm>
          <a:off x="0" y="0"/>
          <a:ext cx="0" cy="0"/>
          <a:chOff x="0" y="0"/>
          <a:chExt cx="0" cy="0"/>
        </a:xfrm>
      </p:grpSpPr>
      <p:sp>
        <p:nvSpPr>
          <p:cNvPr id="2" name="Text 0"/>
          <p:cNvSpPr/>
          <p:nvPr/>
        </p:nvSpPr>
        <p:spPr>
          <a:xfrm>
            <a:off x="777240" y="420624"/>
            <a:ext cx="10637215" cy="256032"/>
          </a:xfrm>
          <a:prstGeom prst="rect">
            <a:avLst/>
          </a:prstGeom>
          <a:noFill/>
          <a:ln/>
        </p:spPr>
        <p:txBody>
          <a:bodyPr wrap="square" lIns="0" tIns="0" rIns="0" bIns="0" rtlCol="0" anchor="ctr"/>
          <a:lstStyle/>
          <a:p>
            <a:pPr marL="0" indent="0">
              <a:buNone/>
            </a:pPr>
            <a:r>
              <a:rPr lang="en-US" sz="1150" b="1" kern="0" spc="350" dirty="0">
                <a:solidFill>
                  <a:srgbClr val="6D8DFF"/>
                </a:solidFill>
                <a:latin typeface="Arial" pitchFamily="34" charset="0"/>
                <a:ea typeface="Arial" pitchFamily="34" charset="-122"/>
                <a:cs typeface="Arial" pitchFamily="34" charset="-120"/>
              </a:rPr>
              <a:t>今回の方針</a:t>
            </a:r>
            <a:endParaRPr lang="en-US" sz="1150" dirty="0"/>
          </a:p>
        </p:txBody>
      </p:sp>
      <p:sp>
        <p:nvSpPr>
          <p:cNvPr id="3" name="Text 1"/>
          <p:cNvSpPr/>
          <p:nvPr/>
        </p:nvSpPr>
        <p:spPr>
          <a:xfrm>
            <a:off x="777240" y="1051560"/>
            <a:ext cx="10637215" cy="1005840"/>
          </a:xfrm>
          <a:prstGeom prst="rect">
            <a:avLst/>
          </a:prstGeom>
          <a:noFill/>
          <a:ln/>
        </p:spPr>
        <p:txBody>
          <a:bodyPr wrap="square" lIns="0" tIns="0" rIns="0" bIns="0" rtlCol="0" anchor="ctr"/>
          <a:lstStyle/>
          <a:p>
            <a:pPr marL="0" indent="0">
              <a:buNone/>
            </a:pPr>
            <a:r>
              <a:rPr lang="en-US" sz="5400" b="1" dirty="0">
                <a:solidFill>
                  <a:srgbClr val="ECE9F5"/>
                </a:solidFill>
                <a:latin typeface="Arial" pitchFamily="34" charset="0"/>
                <a:ea typeface="Arial" pitchFamily="34" charset="-122"/>
                <a:cs typeface="Arial" pitchFamily="34" charset="-120"/>
              </a:rPr>
              <a:t>読ませる前に、</a:t>
            </a:r>
            <a:r>
              <a:rPr lang="en-US" sz="5400" b="1" dirty="0">
                <a:solidFill>
                  <a:srgbClr val="35C7D9"/>
                </a:solidFill>
                <a:latin typeface="Arial" pitchFamily="34" charset="0"/>
                <a:ea typeface="Arial" pitchFamily="34" charset="-122"/>
                <a:cs typeface="Arial" pitchFamily="34" charset="-120"/>
              </a:rPr>
              <a:t>聴かせる。</a:t>
            </a:r>
            <a:endParaRPr lang="en-US" sz="5400" dirty="0"/>
          </a:p>
        </p:txBody>
      </p:sp>
      <p:sp>
        <p:nvSpPr>
          <p:cNvPr id="4" name="Text 2"/>
          <p:cNvSpPr/>
          <p:nvPr/>
        </p:nvSpPr>
        <p:spPr>
          <a:xfrm>
            <a:off x="777240" y="2240280"/>
            <a:ext cx="9601200" cy="914400"/>
          </a:xfrm>
          <a:prstGeom prst="rect">
            <a:avLst/>
          </a:prstGeom>
          <a:noFill/>
          <a:ln/>
        </p:spPr>
        <p:txBody>
          <a:bodyPr wrap="square" lIns="0" tIns="0" rIns="0" bIns="0" rtlCol="0" anchor="ctr"/>
          <a:lstStyle/>
          <a:p>
            <a:pPr marL="0" indent="0">
              <a:lnSpc>
                <a:spcPct val="155000"/>
              </a:lnSpc>
              <a:buNone/>
            </a:pPr>
            <a:r>
              <a:rPr lang="en-US" sz="1550" dirty="0">
                <a:solidFill>
                  <a:srgbClr val="A49DBD"/>
                </a:solidFill>
                <a:latin typeface="Arial" pitchFamily="34" charset="0"/>
                <a:ea typeface="Arial" pitchFamily="34" charset="-122"/>
                <a:cs typeface="Arial" pitchFamily="34" charset="-120"/>
              </a:rPr>
              <a:t>ボタンを押したら、まず音が鳴る。何が起きたかの説明は、そのあとに出す。</a:t>
            </a:r>
            <a:endParaRPr lang="en-US" sz="1550" dirty="0"/>
          </a:p>
          <a:p>
            <a:pPr marL="0" indent="0">
              <a:lnSpc>
                <a:spcPct val="155000"/>
              </a:lnSpc>
              <a:buNone/>
            </a:pPr>
            <a:r>
              <a:rPr lang="en-US" sz="1550" dirty="0">
                <a:solidFill>
                  <a:srgbClr val="A49DBD"/>
                </a:solidFill>
                <a:latin typeface="Arial" pitchFamily="34" charset="0"/>
                <a:ea typeface="Arial" pitchFamily="34" charset="-122"/>
                <a:cs typeface="Arial" pitchFamily="34" charset="-120"/>
              </a:rPr>
              <a:t>この順番だけは絶対に崩さないと決めて、全部の画面を作り直しました。</a:t>
            </a:r>
            <a:endParaRPr lang="en-US" sz="1550" dirty="0"/>
          </a:p>
        </p:txBody>
      </p:sp>
      <p:sp>
        <p:nvSpPr>
          <p:cNvPr id="5" name="Shape 3"/>
          <p:cNvSpPr/>
          <p:nvPr/>
        </p:nvSpPr>
        <p:spPr>
          <a:xfrm>
            <a:off x="777240" y="3657600"/>
            <a:ext cx="1371600" cy="658368"/>
          </a:xfrm>
          <a:prstGeom prst="roundRect">
            <a:avLst>
              <a:gd name="adj" fmla="val 19444"/>
            </a:avLst>
          </a:prstGeom>
          <a:solidFill>
            <a:srgbClr val="6D8DFF"/>
          </a:solidFill>
          <a:ln/>
        </p:spPr>
        <p:txBody>
          <a:bodyPr/>
          <a:lstStyle/>
          <a:p>
            <a:endParaRPr lang="ja-JP" altLang="en-US"/>
          </a:p>
        </p:txBody>
      </p:sp>
      <p:sp>
        <p:nvSpPr>
          <p:cNvPr id="6" name="Text 4"/>
          <p:cNvSpPr/>
          <p:nvPr/>
        </p:nvSpPr>
        <p:spPr>
          <a:xfrm>
            <a:off x="777240" y="3657600"/>
            <a:ext cx="1371600" cy="658368"/>
          </a:xfrm>
          <a:prstGeom prst="rect">
            <a:avLst/>
          </a:prstGeom>
          <a:noFill/>
          <a:ln/>
        </p:spPr>
        <p:txBody>
          <a:bodyPr wrap="square" lIns="0" tIns="0" rIns="0" bIns="0" rtlCol="0" anchor="ctr"/>
          <a:lstStyle/>
          <a:p>
            <a:pPr marL="0" indent="0" algn="ctr">
              <a:buNone/>
            </a:pPr>
            <a:r>
              <a:rPr lang="en-US" sz="1500" b="1" dirty="0">
                <a:solidFill>
                  <a:srgbClr val="141019"/>
                </a:solidFill>
                <a:latin typeface="Arial" pitchFamily="34" charset="0"/>
                <a:ea typeface="Arial" pitchFamily="34" charset="-122"/>
                <a:cs typeface="Arial" pitchFamily="34" charset="-120"/>
              </a:rPr>
              <a:t>押す</a:t>
            </a:r>
            <a:endParaRPr lang="en-US" sz="1500" dirty="0"/>
          </a:p>
        </p:txBody>
      </p:sp>
      <p:sp>
        <p:nvSpPr>
          <p:cNvPr id="7" name="Text 5"/>
          <p:cNvSpPr/>
          <p:nvPr/>
        </p:nvSpPr>
        <p:spPr>
          <a:xfrm>
            <a:off x="2468880" y="3657600"/>
            <a:ext cx="8945575" cy="658368"/>
          </a:xfrm>
          <a:prstGeom prst="rect">
            <a:avLst/>
          </a:prstGeom>
          <a:noFill/>
          <a:ln/>
        </p:spPr>
        <p:txBody>
          <a:bodyPr wrap="square" lIns="0" tIns="0" rIns="0" bIns="0" rtlCol="0" anchor="ctr"/>
          <a:lstStyle/>
          <a:p>
            <a:pPr marL="0" indent="0">
              <a:buNone/>
            </a:pPr>
            <a:r>
              <a:rPr lang="en-US" sz="1500" dirty="0">
                <a:solidFill>
                  <a:srgbClr val="ECE9F5"/>
                </a:solidFill>
                <a:latin typeface="Arial" pitchFamily="34" charset="0"/>
                <a:ea typeface="Arial" pitchFamily="34" charset="-122"/>
                <a:cs typeface="Arial" pitchFamily="34" charset="-120"/>
              </a:rPr>
              <a:t>コードを選ぶ／テンションを足す／進行を切り替える</a:t>
            </a:r>
            <a:endParaRPr lang="en-US" sz="1500" dirty="0"/>
          </a:p>
        </p:txBody>
      </p:sp>
      <p:sp>
        <p:nvSpPr>
          <p:cNvPr id="8" name="Text 6"/>
          <p:cNvSpPr/>
          <p:nvPr/>
        </p:nvSpPr>
        <p:spPr>
          <a:xfrm>
            <a:off x="1325880" y="4297680"/>
            <a:ext cx="274320" cy="228600"/>
          </a:xfrm>
          <a:prstGeom prst="rect">
            <a:avLst/>
          </a:prstGeom>
          <a:noFill/>
          <a:ln/>
        </p:spPr>
        <p:txBody>
          <a:bodyPr wrap="square" lIns="0" tIns="0" rIns="0" bIns="0" rtlCol="0" anchor="ctr"/>
          <a:lstStyle/>
          <a:p>
            <a:pPr marL="0" indent="0" algn="ctr">
              <a:buNone/>
            </a:pPr>
            <a:r>
              <a:rPr lang="en-US" sz="1200" dirty="0">
                <a:solidFill>
                  <a:srgbClr val="6F6889"/>
                </a:solidFill>
                <a:latin typeface="Arial" pitchFamily="34" charset="0"/>
                <a:ea typeface="Arial" pitchFamily="34" charset="-122"/>
                <a:cs typeface="Arial" pitchFamily="34" charset="-120"/>
              </a:rPr>
              <a:t>↓</a:t>
            </a:r>
            <a:endParaRPr lang="en-US" sz="1200" dirty="0"/>
          </a:p>
        </p:txBody>
      </p:sp>
      <p:sp>
        <p:nvSpPr>
          <p:cNvPr id="9" name="Shape 7"/>
          <p:cNvSpPr/>
          <p:nvPr/>
        </p:nvSpPr>
        <p:spPr>
          <a:xfrm>
            <a:off x="777240" y="4526280"/>
            <a:ext cx="1371600" cy="658368"/>
          </a:xfrm>
          <a:prstGeom prst="roundRect">
            <a:avLst>
              <a:gd name="adj" fmla="val 19444"/>
            </a:avLst>
          </a:prstGeom>
          <a:solidFill>
            <a:srgbClr val="4ADE80"/>
          </a:solidFill>
          <a:ln/>
        </p:spPr>
        <p:txBody>
          <a:bodyPr/>
          <a:lstStyle/>
          <a:p>
            <a:endParaRPr lang="ja-JP" altLang="en-US"/>
          </a:p>
        </p:txBody>
      </p:sp>
      <p:sp>
        <p:nvSpPr>
          <p:cNvPr id="10" name="Text 8"/>
          <p:cNvSpPr/>
          <p:nvPr/>
        </p:nvSpPr>
        <p:spPr>
          <a:xfrm>
            <a:off x="777240" y="4526280"/>
            <a:ext cx="1371600" cy="658368"/>
          </a:xfrm>
          <a:prstGeom prst="rect">
            <a:avLst/>
          </a:prstGeom>
          <a:noFill/>
          <a:ln/>
        </p:spPr>
        <p:txBody>
          <a:bodyPr wrap="square" lIns="0" tIns="0" rIns="0" bIns="0" rtlCol="0" anchor="ctr"/>
          <a:lstStyle/>
          <a:p>
            <a:pPr marL="0" indent="0" algn="ctr">
              <a:buNone/>
            </a:pPr>
            <a:r>
              <a:rPr lang="en-US" sz="1500" b="1" dirty="0">
                <a:solidFill>
                  <a:srgbClr val="141019"/>
                </a:solidFill>
                <a:latin typeface="Arial" pitchFamily="34" charset="0"/>
                <a:ea typeface="Arial" pitchFamily="34" charset="-122"/>
                <a:cs typeface="Arial" pitchFamily="34" charset="-120"/>
              </a:rPr>
              <a:t>鳴る</a:t>
            </a:r>
            <a:endParaRPr lang="en-US" sz="1500" dirty="0"/>
          </a:p>
        </p:txBody>
      </p:sp>
      <p:sp>
        <p:nvSpPr>
          <p:cNvPr id="11" name="Text 9"/>
          <p:cNvSpPr/>
          <p:nvPr/>
        </p:nvSpPr>
        <p:spPr>
          <a:xfrm>
            <a:off x="2468880" y="4526280"/>
            <a:ext cx="8945575" cy="658368"/>
          </a:xfrm>
          <a:prstGeom prst="rect">
            <a:avLst/>
          </a:prstGeom>
          <a:noFill/>
          <a:ln/>
        </p:spPr>
        <p:txBody>
          <a:bodyPr wrap="square" lIns="0" tIns="0" rIns="0" bIns="0" rtlCol="0" anchor="ctr"/>
          <a:lstStyle/>
          <a:p>
            <a:pPr marL="0" indent="0">
              <a:buNone/>
            </a:pPr>
            <a:r>
              <a:rPr lang="en-US" sz="1500" dirty="0">
                <a:solidFill>
                  <a:srgbClr val="ECE9F5"/>
                </a:solidFill>
                <a:latin typeface="Arial" pitchFamily="34" charset="0"/>
                <a:ea typeface="Arial" pitchFamily="34" charset="-122"/>
                <a:cs typeface="Arial" pitchFamily="34" charset="-120"/>
              </a:rPr>
              <a:t>押した瞬間に響きが変わる。判断材料は先に耳へ渡す</a:t>
            </a:r>
            <a:endParaRPr lang="en-US" sz="1500" dirty="0"/>
          </a:p>
        </p:txBody>
      </p:sp>
      <p:sp>
        <p:nvSpPr>
          <p:cNvPr id="12" name="Text 10"/>
          <p:cNvSpPr/>
          <p:nvPr/>
        </p:nvSpPr>
        <p:spPr>
          <a:xfrm>
            <a:off x="1325880" y="5166360"/>
            <a:ext cx="274320" cy="228600"/>
          </a:xfrm>
          <a:prstGeom prst="rect">
            <a:avLst/>
          </a:prstGeom>
          <a:noFill/>
          <a:ln/>
        </p:spPr>
        <p:txBody>
          <a:bodyPr wrap="square" lIns="0" tIns="0" rIns="0" bIns="0" rtlCol="0" anchor="ctr"/>
          <a:lstStyle/>
          <a:p>
            <a:pPr marL="0" indent="0" algn="ctr">
              <a:buNone/>
            </a:pPr>
            <a:r>
              <a:rPr lang="en-US" sz="1200" dirty="0">
                <a:solidFill>
                  <a:srgbClr val="6F6889"/>
                </a:solidFill>
                <a:latin typeface="Arial" pitchFamily="34" charset="0"/>
                <a:ea typeface="Arial" pitchFamily="34" charset="-122"/>
                <a:cs typeface="Arial" pitchFamily="34" charset="-120"/>
              </a:rPr>
              <a:t>↓</a:t>
            </a:r>
            <a:endParaRPr lang="en-US" sz="1200" dirty="0"/>
          </a:p>
        </p:txBody>
      </p:sp>
      <p:sp>
        <p:nvSpPr>
          <p:cNvPr id="13" name="Shape 11"/>
          <p:cNvSpPr/>
          <p:nvPr/>
        </p:nvSpPr>
        <p:spPr>
          <a:xfrm>
            <a:off x="777240" y="5394960"/>
            <a:ext cx="1371600" cy="658368"/>
          </a:xfrm>
          <a:prstGeom prst="roundRect">
            <a:avLst>
              <a:gd name="adj" fmla="val 19444"/>
            </a:avLst>
          </a:prstGeom>
          <a:solidFill>
            <a:srgbClr val="F0A63C"/>
          </a:solidFill>
          <a:ln/>
        </p:spPr>
        <p:txBody>
          <a:bodyPr/>
          <a:lstStyle/>
          <a:p>
            <a:endParaRPr lang="ja-JP" altLang="en-US"/>
          </a:p>
        </p:txBody>
      </p:sp>
      <p:sp>
        <p:nvSpPr>
          <p:cNvPr id="14" name="Text 12"/>
          <p:cNvSpPr/>
          <p:nvPr/>
        </p:nvSpPr>
        <p:spPr>
          <a:xfrm>
            <a:off x="777240" y="5394960"/>
            <a:ext cx="1371600" cy="658368"/>
          </a:xfrm>
          <a:prstGeom prst="rect">
            <a:avLst/>
          </a:prstGeom>
          <a:noFill/>
          <a:ln/>
        </p:spPr>
        <p:txBody>
          <a:bodyPr wrap="square" lIns="0" tIns="0" rIns="0" bIns="0" rtlCol="0" anchor="ctr"/>
          <a:lstStyle/>
          <a:p>
            <a:pPr marL="0" indent="0" algn="ctr">
              <a:buNone/>
            </a:pPr>
            <a:r>
              <a:rPr lang="en-US" sz="1500" b="1" dirty="0">
                <a:solidFill>
                  <a:srgbClr val="141019"/>
                </a:solidFill>
                <a:latin typeface="Arial" pitchFamily="34" charset="0"/>
                <a:ea typeface="Arial" pitchFamily="34" charset="-122"/>
                <a:cs typeface="Arial" pitchFamily="34" charset="-120"/>
              </a:rPr>
              <a:t>わかる</a:t>
            </a:r>
            <a:endParaRPr lang="en-US" sz="1500" dirty="0"/>
          </a:p>
        </p:txBody>
      </p:sp>
      <p:sp>
        <p:nvSpPr>
          <p:cNvPr id="15" name="Text 13"/>
          <p:cNvSpPr/>
          <p:nvPr/>
        </p:nvSpPr>
        <p:spPr>
          <a:xfrm>
            <a:off x="2468880" y="5394960"/>
            <a:ext cx="8945575" cy="658368"/>
          </a:xfrm>
          <a:prstGeom prst="rect">
            <a:avLst/>
          </a:prstGeom>
          <a:noFill/>
          <a:ln/>
        </p:spPr>
        <p:txBody>
          <a:bodyPr wrap="square" lIns="0" tIns="0" rIns="0" bIns="0" rtlCol="0" anchor="ctr"/>
          <a:lstStyle/>
          <a:p>
            <a:pPr marL="0" indent="0">
              <a:buNone/>
            </a:pPr>
            <a:r>
              <a:rPr lang="en-US" sz="1500" dirty="0">
                <a:solidFill>
                  <a:srgbClr val="ECE9F5"/>
                </a:solidFill>
                <a:latin typeface="Arial" pitchFamily="34" charset="0"/>
                <a:ea typeface="Arial" pitchFamily="34" charset="-122"/>
                <a:cs typeface="Arial" pitchFamily="34" charset="-120"/>
              </a:rPr>
              <a:t>「9thを足すと浮遊感が出ます」と短い言葉が出る</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21A"/>
        </a:solidFill>
        <a:effectLst/>
      </p:bgPr>
    </p:bg>
    <p:spTree>
      <p:nvGrpSpPr>
        <p:cNvPr id="1" name=""/>
        <p:cNvGrpSpPr/>
        <p:nvPr/>
      </p:nvGrpSpPr>
      <p:grpSpPr>
        <a:xfrm>
          <a:off x="0" y="0"/>
          <a:ext cx="0" cy="0"/>
          <a:chOff x="0" y="0"/>
          <a:chExt cx="0" cy="0"/>
        </a:xfrm>
      </p:grpSpPr>
      <p:sp>
        <p:nvSpPr>
          <p:cNvPr id="2" name="Text 0"/>
          <p:cNvSpPr/>
          <p:nvPr/>
        </p:nvSpPr>
        <p:spPr>
          <a:xfrm>
            <a:off x="777240" y="420624"/>
            <a:ext cx="10637215" cy="256032"/>
          </a:xfrm>
          <a:prstGeom prst="rect">
            <a:avLst/>
          </a:prstGeom>
          <a:noFill/>
          <a:ln/>
        </p:spPr>
        <p:txBody>
          <a:bodyPr wrap="square" lIns="0" tIns="0" rIns="0" bIns="0" rtlCol="0" anchor="ctr"/>
          <a:lstStyle/>
          <a:p>
            <a:pPr marL="0" indent="0">
              <a:buNone/>
            </a:pPr>
            <a:r>
              <a:rPr lang="en-US" sz="1150" b="1" kern="0" spc="350" dirty="0">
                <a:solidFill>
                  <a:srgbClr val="6D8DFF"/>
                </a:solidFill>
                <a:latin typeface="Arial" pitchFamily="34" charset="0"/>
                <a:ea typeface="Arial" pitchFamily="34" charset="-122"/>
                <a:cs typeface="Arial" pitchFamily="34" charset="-120"/>
              </a:rPr>
              <a:t>つくったもの</a:t>
            </a:r>
            <a:endParaRPr lang="en-US" sz="1150" dirty="0"/>
          </a:p>
        </p:txBody>
      </p:sp>
      <p:sp>
        <p:nvSpPr>
          <p:cNvPr id="3" name="Text 1"/>
          <p:cNvSpPr/>
          <p:nvPr/>
        </p:nvSpPr>
        <p:spPr>
          <a:xfrm>
            <a:off x="777240" y="749808"/>
            <a:ext cx="10637215" cy="640080"/>
          </a:xfrm>
          <a:prstGeom prst="rect">
            <a:avLst/>
          </a:prstGeom>
          <a:noFill/>
          <a:ln/>
        </p:spPr>
        <p:txBody>
          <a:bodyPr wrap="square" lIns="0" tIns="0" rIns="0" bIns="0" rtlCol="0" anchor="t"/>
          <a:lstStyle/>
          <a:p>
            <a:pPr marL="0" indent="0">
              <a:buNone/>
            </a:pPr>
            <a:r>
              <a:rPr lang="en-US" sz="3200" b="1" dirty="0">
                <a:solidFill>
                  <a:srgbClr val="ECE9F5"/>
                </a:solidFill>
                <a:latin typeface="Arial" pitchFamily="34" charset="0"/>
                <a:ea typeface="Arial" pitchFamily="34" charset="-122"/>
                <a:cs typeface="Arial" pitchFamily="34" charset="-120"/>
              </a:rPr>
              <a:t>6つの画面に、体感をひとつずつ割りあてました。</a:t>
            </a:r>
            <a:endParaRPr lang="en-US" sz="3200" dirty="0"/>
          </a:p>
        </p:txBody>
      </p:sp>
      <p:sp>
        <p:nvSpPr>
          <p:cNvPr id="4" name="Shape 2"/>
          <p:cNvSpPr/>
          <p:nvPr/>
        </p:nvSpPr>
        <p:spPr>
          <a:xfrm>
            <a:off x="777240" y="1828800"/>
            <a:ext cx="1691640" cy="566928"/>
          </a:xfrm>
          <a:prstGeom prst="roundRect">
            <a:avLst>
              <a:gd name="adj" fmla="val 22581"/>
            </a:avLst>
          </a:prstGeom>
          <a:solidFill>
            <a:srgbClr val="6D8DFF"/>
          </a:solidFill>
          <a:ln/>
        </p:spPr>
        <p:txBody>
          <a:bodyPr/>
          <a:lstStyle/>
          <a:p>
            <a:endParaRPr lang="ja-JP" altLang="en-US"/>
          </a:p>
        </p:txBody>
      </p:sp>
      <p:sp>
        <p:nvSpPr>
          <p:cNvPr id="5" name="Text 3"/>
          <p:cNvSpPr/>
          <p:nvPr/>
        </p:nvSpPr>
        <p:spPr>
          <a:xfrm>
            <a:off x="777240" y="1828800"/>
            <a:ext cx="1691640" cy="566928"/>
          </a:xfrm>
          <a:prstGeom prst="rect">
            <a:avLst/>
          </a:prstGeom>
          <a:noFill/>
          <a:ln/>
        </p:spPr>
        <p:txBody>
          <a:bodyPr wrap="square" lIns="0" tIns="0" rIns="0" bIns="0" rtlCol="0" anchor="ctr"/>
          <a:lstStyle/>
          <a:p>
            <a:pPr marL="0" indent="0" algn="ctr">
              <a:buNone/>
            </a:pPr>
            <a:r>
              <a:rPr lang="en-US" sz="1500" b="1" dirty="0">
                <a:solidFill>
                  <a:srgbClr val="141019"/>
                </a:solidFill>
                <a:latin typeface="Arial" pitchFamily="34" charset="0"/>
                <a:ea typeface="Arial" pitchFamily="34" charset="-122"/>
                <a:cs typeface="Arial" pitchFamily="34" charset="-120"/>
              </a:rPr>
              <a:t>入門</a:t>
            </a:r>
            <a:endParaRPr lang="en-US" sz="1500" dirty="0"/>
          </a:p>
        </p:txBody>
      </p:sp>
      <p:sp>
        <p:nvSpPr>
          <p:cNvPr id="6" name="Text 4"/>
          <p:cNvSpPr/>
          <p:nvPr/>
        </p:nvSpPr>
        <p:spPr>
          <a:xfrm>
            <a:off x="2743200" y="1828800"/>
            <a:ext cx="8671255" cy="566928"/>
          </a:xfrm>
          <a:prstGeom prst="rect">
            <a:avLst/>
          </a:prstGeom>
          <a:noFill/>
          <a:ln/>
        </p:spPr>
        <p:txBody>
          <a:bodyPr wrap="square" lIns="0" tIns="0" rIns="0" bIns="0" rtlCol="0" anchor="ctr"/>
          <a:lstStyle/>
          <a:p>
            <a:pPr marL="0" indent="0">
              <a:buNone/>
            </a:pPr>
            <a:r>
              <a:rPr lang="en-US" sz="1400" dirty="0">
                <a:solidFill>
                  <a:srgbClr val="A49DBD"/>
                </a:solidFill>
                <a:latin typeface="Arial" pitchFamily="34" charset="0"/>
                <a:ea typeface="Arial" pitchFamily="34" charset="-122"/>
                <a:cs typeface="Arial" pitchFamily="34" charset="-120"/>
              </a:rPr>
              <a:t>まず7ステップ。半音・三度・三和音・セブンスを、音を聴いてからおぼえる</a:t>
            </a:r>
            <a:endParaRPr lang="en-US" sz="1400" dirty="0"/>
          </a:p>
        </p:txBody>
      </p:sp>
      <p:sp>
        <p:nvSpPr>
          <p:cNvPr id="7" name="Shape 5"/>
          <p:cNvSpPr/>
          <p:nvPr/>
        </p:nvSpPr>
        <p:spPr>
          <a:xfrm>
            <a:off x="777240" y="2578608"/>
            <a:ext cx="1691640" cy="566928"/>
          </a:xfrm>
          <a:prstGeom prst="roundRect">
            <a:avLst>
              <a:gd name="adj" fmla="val 22581"/>
            </a:avLst>
          </a:prstGeom>
          <a:solidFill>
            <a:srgbClr val="4ADE80"/>
          </a:solidFill>
          <a:ln/>
        </p:spPr>
        <p:txBody>
          <a:bodyPr/>
          <a:lstStyle/>
          <a:p>
            <a:endParaRPr lang="ja-JP" altLang="en-US"/>
          </a:p>
        </p:txBody>
      </p:sp>
      <p:sp>
        <p:nvSpPr>
          <p:cNvPr id="8" name="Text 6"/>
          <p:cNvSpPr/>
          <p:nvPr/>
        </p:nvSpPr>
        <p:spPr>
          <a:xfrm>
            <a:off x="777240" y="2578608"/>
            <a:ext cx="1691640" cy="566928"/>
          </a:xfrm>
          <a:prstGeom prst="rect">
            <a:avLst/>
          </a:prstGeom>
          <a:noFill/>
          <a:ln/>
        </p:spPr>
        <p:txBody>
          <a:bodyPr wrap="square" lIns="0" tIns="0" rIns="0" bIns="0" rtlCol="0" anchor="ctr"/>
          <a:lstStyle/>
          <a:p>
            <a:pPr marL="0" indent="0" algn="ctr">
              <a:buNone/>
            </a:pPr>
            <a:r>
              <a:rPr lang="en-US" sz="1500" b="1" dirty="0">
                <a:solidFill>
                  <a:srgbClr val="141019"/>
                </a:solidFill>
                <a:latin typeface="Arial" pitchFamily="34" charset="0"/>
                <a:ea typeface="Arial" pitchFamily="34" charset="-122"/>
                <a:cs typeface="Arial" pitchFamily="34" charset="-120"/>
              </a:rPr>
              <a:t>練習</a:t>
            </a:r>
            <a:endParaRPr lang="en-US" sz="1500" dirty="0"/>
          </a:p>
        </p:txBody>
      </p:sp>
      <p:sp>
        <p:nvSpPr>
          <p:cNvPr id="9" name="Text 7"/>
          <p:cNvSpPr/>
          <p:nvPr/>
        </p:nvSpPr>
        <p:spPr>
          <a:xfrm>
            <a:off x="2743200" y="2578608"/>
            <a:ext cx="8671255" cy="566928"/>
          </a:xfrm>
          <a:prstGeom prst="rect">
            <a:avLst/>
          </a:prstGeom>
          <a:noFill/>
          <a:ln/>
        </p:spPr>
        <p:txBody>
          <a:bodyPr wrap="square" lIns="0" tIns="0" rIns="0" bIns="0" rtlCol="0" anchor="ctr"/>
          <a:lstStyle/>
          <a:p>
            <a:pPr marL="0" indent="0">
              <a:buNone/>
            </a:pPr>
            <a:r>
              <a:rPr lang="en-US" sz="1400" dirty="0">
                <a:solidFill>
                  <a:srgbClr val="A49DBD"/>
                </a:solidFill>
                <a:latin typeface="Arial" pitchFamily="34" charset="0"/>
                <a:ea typeface="Arial" pitchFamily="34" charset="-122"/>
                <a:cs typeface="Arial" pitchFamily="34" charset="-120"/>
              </a:rPr>
              <a:t>コードに1音ずつ足して、響きがどう変わるかを積み木で見ながら聴く</a:t>
            </a:r>
            <a:endParaRPr lang="en-US" sz="1400" dirty="0"/>
          </a:p>
        </p:txBody>
      </p:sp>
      <p:sp>
        <p:nvSpPr>
          <p:cNvPr id="10" name="Shape 8"/>
          <p:cNvSpPr/>
          <p:nvPr/>
        </p:nvSpPr>
        <p:spPr>
          <a:xfrm>
            <a:off x="777240" y="3328416"/>
            <a:ext cx="1691640" cy="566928"/>
          </a:xfrm>
          <a:prstGeom prst="roundRect">
            <a:avLst>
              <a:gd name="adj" fmla="val 22581"/>
            </a:avLst>
          </a:prstGeom>
          <a:solidFill>
            <a:srgbClr val="F0A63C"/>
          </a:solidFill>
          <a:ln/>
        </p:spPr>
        <p:txBody>
          <a:bodyPr/>
          <a:lstStyle/>
          <a:p>
            <a:endParaRPr lang="ja-JP" altLang="en-US"/>
          </a:p>
        </p:txBody>
      </p:sp>
      <p:sp>
        <p:nvSpPr>
          <p:cNvPr id="11" name="Text 9"/>
          <p:cNvSpPr/>
          <p:nvPr/>
        </p:nvSpPr>
        <p:spPr>
          <a:xfrm>
            <a:off x="777240" y="3328416"/>
            <a:ext cx="1691640" cy="566928"/>
          </a:xfrm>
          <a:prstGeom prst="rect">
            <a:avLst/>
          </a:prstGeom>
          <a:noFill/>
          <a:ln/>
        </p:spPr>
        <p:txBody>
          <a:bodyPr wrap="square" lIns="0" tIns="0" rIns="0" bIns="0" rtlCol="0" anchor="ctr"/>
          <a:lstStyle/>
          <a:p>
            <a:pPr marL="0" indent="0" algn="ctr">
              <a:buNone/>
            </a:pPr>
            <a:r>
              <a:rPr lang="en-US" sz="1500" b="1" dirty="0">
                <a:solidFill>
                  <a:srgbClr val="141019"/>
                </a:solidFill>
                <a:latin typeface="Arial" pitchFamily="34" charset="0"/>
                <a:ea typeface="Arial" pitchFamily="34" charset="-122"/>
                <a:cs typeface="Arial" pitchFamily="34" charset="-120"/>
              </a:rPr>
              <a:t>作曲</a:t>
            </a:r>
            <a:endParaRPr lang="en-US" sz="1500" dirty="0"/>
          </a:p>
        </p:txBody>
      </p:sp>
      <p:sp>
        <p:nvSpPr>
          <p:cNvPr id="12" name="Text 10"/>
          <p:cNvSpPr/>
          <p:nvPr/>
        </p:nvSpPr>
        <p:spPr>
          <a:xfrm>
            <a:off x="2743200" y="3328416"/>
            <a:ext cx="8671255" cy="566928"/>
          </a:xfrm>
          <a:prstGeom prst="rect">
            <a:avLst/>
          </a:prstGeom>
          <a:noFill/>
          <a:ln/>
        </p:spPr>
        <p:txBody>
          <a:bodyPr wrap="square" lIns="0" tIns="0" rIns="0" bIns="0" rtlCol="0" anchor="ctr"/>
          <a:lstStyle/>
          <a:p>
            <a:pPr marL="0" indent="0">
              <a:buNone/>
            </a:pPr>
            <a:r>
              <a:rPr lang="en-US" sz="1400" dirty="0">
                <a:solidFill>
                  <a:srgbClr val="A49DBD"/>
                </a:solidFill>
                <a:latin typeface="Arial" pitchFamily="34" charset="0"/>
                <a:ea typeface="Arial" pitchFamily="34" charset="-122"/>
                <a:cs typeface="Arial" pitchFamily="34" charset="-120"/>
              </a:rPr>
              <a:t>コードを並べ、メロディとベースを重ねて鳴らす。次の候補も出してくれる</a:t>
            </a:r>
            <a:endParaRPr lang="en-US" sz="1400" dirty="0"/>
          </a:p>
        </p:txBody>
      </p:sp>
      <p:sp>
        <p:nvSpPr>
          <p:cNvPr id="13" name="Shape 11"/>
          <p:cNvSpPr/>
          <p:nvPr/>
        </p:nvSpPr>
        <p:spPr>
          <a:xfrm>
            <a:off x="777240" y="4078224"/>
            <a:ext cx="1691640" cy="566928"/>
          </a:xfrm>
          <a:prstGeom prst="roundRect">
            <a:avLst>
              <a:gd name="adj" fmla="val 22581"/>
            </a:avLst>
          </a:prstGeom>
          <a:solidFill>
            <a:srgbClr val="F472B6"/>
          </a:solidFill>
          <a:ln/>
        </p:spPr>
        <p:txBody>
          <a:bodyPr/>
          <a:lstStyle/>
          <a:p>
            <a:endParaRPr lang="ja-JP" altLang="en-US"/>
          </a:p>
        </p:txBody>
      </p:sp>
      <p:sp>
        <p:nvSpPr>
          <p:cNvPr id="14" name="Text 12"/>
          <p:cNvSpPr/>
          <p:nvPr/>
        </p:nvSpPr>
        <p:spPr>
          <a:xfrm>
            <a:off x="777240" y="4078224"/>
            <a:ext cx="1691640" cy="566928"/>
          </a:xfrm>
          <a:prstGeom prst="rect">
            <a:avLst/>
          </a:prstGeom>
          <a:noFill/>
          <a:ln/>
        </p:spPr>
        <p:txBody>
          <a:bodyPr wrap="square" lIns="0" tIns="0" rIns="0" bIns="0" rtlCol="0" anchor="ctr"/>
          <a:lstStyle/>
          <a:p>
            <a:pPr marL="0" indent="0" algn="ctr">
              <a:buNone/>
            </a:pPr>
            <a:r>
              <a:rPr lang="en-US" sz="1500" b="1" dirty="0">
                <a:solidFill>
                  <a:srgbClr val="141019"/>
                </a:solidFill>
                <a:latin typeface="Arial" pitchFamily="34" charset="0"/>
                <a:ea typeface="Arial" pitchFamily="34" charset="-122"/>
                <a:cs typeface="Arial" pitchFamily="34" charset="-120"/>
              </a:rPr>
              <a:t>解説</a:t>
            </a:r>
            <a:endParaRPr lang="en-US" sz="1500" dirty="0"/>
          </a:p>
        </p:txBody>
      </p:sp>
      <p:sp>
        <p:nvSpPr>
          <p:cNvPr id="15" name="Text 13"/>
          <p:cNvSpPr/>
          <p:nvPr/>
        </p:nvSpPr>
        <p:spPr>
          <a:xfrm>
            <a:off x="2743200" y="4078224"/>
            <a:ext cx="8671255" cy="566928"/>
          </a:xfrm>
          <a:prstGeom prst="rect">
            <a:avLst/>
          </a:prstGeom>
          <a:noFill/>
          <a:ln/>
        </p:spPr>
        <p:txBody>
          <a:bodyPr wrap="square" lIns="0" tIns="0" rIns="0" bIns="0" rtlCol="0" anchor="ctr"/>
          <a:lstStyle/>
          <a:p>
            <a:pPr marL="0" indent="0">
              <a:buNone/>
            </a:pPr>
            <a:r>
              <a:rPr lang="en-US" sz="1400" dirty="0">
                <a:solidFill>
                  <a:srgbClr val="A49DBD"/>
                </a:solidFill>
                <a:latin typeface="Arial" pitchFamily="34" charset="0"/>
                <a:ea typeface="Arial" pitchFamily="34" charset="-122"/>
                <a:cs typeface="Arial" pitchFamily="34" charset="-120"/>
              </a:rPr>
              <a:t>コードとテンションと定番進行の辞典。読むだけでなく、その場で鳴らせる</a:t>
            </a:r>
            <a:endParaRPr lang="en-US" sz="1400" dirty="0"/>
          </a:p>
        </p:txBody>
      </p:sp>
      <p:sp>
        <p:nvSpPr>
          <p:cNvPr id="16" name="Shape 14"/>
          <p:cNvSpPr/>
          <p:nvPr/>
        </p:nvSpPr>
        <p:spPr>
          <a:xfrm>
            <a:off x="777240" y="4828032"/>
            <a:ext cx="1691640" cy="566928"/>
          </a:xfrm>
          <a:prstGeom prst="roundRect">
            <a:avLst>
              <a:gd name="adj" fmla="val 22581"/>
            </a:avLst>
          </a:prstGeom>
          <a:solidFill>
            <a:srgbClr val="35C7D9"/>
          </a:solidFill>
          <a:ln/>
        </p:spPr>
        <p:txBody>
          <a:bodyPr/>
          <a:lstStyle/>
          <a:p>
            <a:endParaRPr lang="ja-JP" altLang="en-US"/>
          </a:p>
        </p:txBody>
      </p:sp>
      <p:sp>
        <p:nvSpPr>
          <p:cNvPr id="17" name="Text 15"/>
          <p:cNvSpPr/>
          <p:nvPr/>
        </p:nvSpPr>
        <p:spPr>
          <a:xfrm>
            <a:off x="777240" y="4828032"/>
            <a:ext cx="1691640" cy="566928"/>
          </a:xfrm>
          <a:prstGeom prst="rect">
            <a:avLst/>
          </a:prstGeom>
          <a:noFill/>
          <a:ln/>
        </p:spPr>
        <p:txBody>
          <a:bodyPr wrap="square" lIns="0" tIns="0" rIns="0" bIns="0" rtlCol="0" anchor="ctr"/>
          <a:lstStyle/>
          <a:p>
            <a:pPr marL="0" indent="0" algn="ctr">
              <a:buNone/>
            </a:pPr>
            <a:r>
              <a:rPr lang="en-US" sz="1500" b="1" dirty="0">
                <a:solidFill>
                  <a:srgbClr val="141019"/>
                </a:solidFill>
                <a:latin typeface="Arial" pitchFamily="34" charset="0"/>
                <a:ea typeface="Arial" pitchFamily="34" charset="-122"/>
                <a:cs typeface="Arial" pitchFamily="34" charset="-120"/>
              </a:rPr>
              <a:t>魔法陣</a:t>
            </a:r>
            <a:endParaRPr lang="en-US" sz="1500" dirty="0"/>
          </a:p>
        </p:txBody>
      </p:sp>
      <p:sp>
        <p:nvSpPr>
          <p:cNvPr id="18" name="Text 16"/>
          <p:cNvSpPr/>
          <p:nvPr/>
        </p:nvSpPr>
        <p:spPr>
          <a:xfrm>
            <a:off x="2743200" y="4828032"/>
            <a:ext cx="8671255" cy="566928"/>
          </a:xfrm>
          <a:prstGeom prst="rect">
            <a:avLst/>
          </a:prstGeom>
          <a:noFill/>
          <a:ln/>
        </p:spPr>
        <p:txBody>
          <a:bodyPr wrap="square" lIns="0" tIns="0" rIns="0" bIns="0" rtlCol="0" anchor="ctr"/>
          <a:lstStyle/>
          <a:p>
            <a:pPr marL="0" indent="0">
              <a:buNone/>
            </a:pPr>
            <a:r>
              <a:rPr lang="en-US" sz="1400" dirty="0">
                <a:solidFill>
                  <a:srgbClr val="A49DBD"/>
                </a:solidFill>
                <a:latin typeface="Arial" pitchFamily="34" charset="0"/>
                <a:ea typeface="Arial" pitchFamily="34" charset="-122"/>
                <a:cs typeface="Arial" pitchFamily="34" charset="-120"/>
              </a:rPr>
              <a:t>五度圏。進行を再生すると、いま鳴っているコードが円の上で光る</a:t>
            </a:r>
            <a:endParaRPr lang="en-US" sz="1400" dirty="0"/>
          </a:p>
        </p:txBody>
      </p:sp>
      <p:sp>
        <p:nvSpPr>
          <p:cNvPr id="19" name="Shape 17"/>
          <p:cNvSpPr/>
          <p:nvPr/>
        </p:nvSpPr>
        <p:spPr>
          <a:xfrm>
            <a:off x="777240" y="5577840"/>
            <a:ext cx="1691640" cy="566928"/>
          </a:xfrm>
          <a:prstGeom prst="roundRect">
            <a:avLst>
              <a:gd name="adj" fmla="val 22581"/>
            </a:avLst>
          </a:prstGeom>
          <a:solidFill>
            <a:srgbClr val="B39BFF"/>
          </a:solidFill>
          <a:ln/>
        </p:spPr>
        <p:txBody>
          <a:bodyPr/>
          <a:lstStyle/>
          <a:p>
            <a:endParaRPr lang="ja-JP" altLang="en-US"/>
          </a:p>
        </p:txBody>
      </p:sp>
      <p:sp>
        <p:nvSpPr>
          <p:cNvPr id="20" name="Text 18"/>
          <p:cNvSpPr/>
          <p:nvPr/>
        </p:nvSpPr>
        <p:spPr>
          <a:xfrm>
            <a:off x="777240" y="5577840"/>
            <a:ext cx="1691640" cy="566928"/>
          </a:xfrm>
          <a:prstGeom prst="rect">
            <a:avLst/>
          </a:prstGeom>
          <a:noFill/>
          <a:ln/>
        </p:spPr>
        <p:txBody>
          <a:bodyPr wrap="square" lIns="0" tIns="0" rIns="0" bIns="0" rtlCol="0" anchor="ctr"/>
          <a:lstStyle/>
          <a:p>
            <a:pPr marL="0" indent="0" algn="ctr">
              <a:buNone/>
            </a:pPr>
            <a:r>
              <a:rPr lang="en-US" sz="1500" b="1" dirty="0">
                <a:solidFill>
                  <a:srgbClr val="141019"/>
                </a:solidFill>
                <a:latin typeface="Arial" pitchFamily="34" charset="0"/>
                <a:ea typeface="Arial" pitchFamily="34" charset="-122"/>
                <a:cs typeface="Arial" pitchFamily="34" charset="-120"/>
              </a:rPr>
              <a:t>聴き比べ</a:t>
            </a:r>
            <a:endParaRPr lang="en-US" sz="1500" dirty="0"/>
          </a:p>
        </p:txBody>
      </p:sp>
      <p:sp>
        <p:nvSpPr>
          <p:cNvPr id="21" name="Text 19"/>
          <p:cNvSpPr/>
          <p:nvPr/>
        </p:nvSpPr>
        <p:spPr>
          <a:xfrm>
            <a:off x="2743200" y="5577840"/>
            <a:ext cx="8671255" cy="566928"/>
          </a:xfrm>
          <a:prstGeom prst="rect">
            <a:avLst/>
          </a:prstGeom>
          <a:noFill/>
          <a:ln/>
        </p:spPr>
        <p:txBody>
          <a:bodyPr wrap="square" lIns="0" tIns="0" rIns="0" bIns="0" rtlCol="0" anchor="ctr"/>
          <a:lstStyle/>
          <a:p>
            <a:pPr marL="0" indent="0">
              <a:buNone/>
            </a:pPr>
            <a:r>
              <a:rPr lang="en-US" sz="1400" dirty="0">
                <a:solidFill>
                  <a:srgbClr val="A49DBD"/>
                </a:solidFill>
                <a:latin typeface="Arial" pitchFamily="34" charset="0"/>
                <a:ea typeface="Arial" pitchFamily="34" charset="-122"/>
                <a:cs typeface="Arial" pitchFamily="34" charset="-120"/>
              </a:rPr>
              <a:t>2つの進行を同じキー・同じ速さで切り替える。違うところだけ色が付く</a:t>
            </a:r>
            <a:endParaRPr lang="en-US" sz="1400" dirty="0"/>
          </a:p>
        </p:txBody>
      </p:sp>
      <p:sp>
        <p:nvSpPr>
          <p:cNvPr id="22" name="Text 20"/>
          <p:cNvSpPr/>
          <p:nvPr/>
        </p:nvSpPr>
        <p:spPr>
          <a:xfrm>
            <a:off x="777240" y="6355080"/>
            <a:ext cx="10637215" cy="320040"/>
          </a:xfrm>
          <a:prstGeom prst="rect">
            <a:avLst/>
          </a:prstGeom>
          <a:noFill/>
          <a:ln/>
        </p:spPr>
        <p:txBody>
          <a:bodyPr wrap="square" lIns="0" tIns="0" rIns="0" bIns="0" rtlCol="0" anchor="ctr"/>
          <a:lstStyle/>
          <a:p>
            <a:pPr marL="0" indent="0">
              <a:buNone/>
            </a:pPr>
            <a:r>
              <a:rPr lang="en-US" sz="1300" dirty="0">
                <a:solidFill>
                  <a:srgbClr val="6D8DFF"/>
                </a:solidFill>
                <a:latin typeface="Arial" pitchFamily="34" charset="0"/>
                <a:ea typeface="Arial" pitchFamily="34" charset="-122"/>
                <a:cs typeface="Arial" pitchFamily="34" charset="-120"/>
              </a:rPr>
              <a:t>聴き比べで耳を作る → 作曲モードで開く → 自分で並べる → 逆引きで答え合わせ。この一周がデモの流れです。</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21A"/>
        </a:solidFill>
        <a:effectLst/>
      </p:bgPr>
    </p:bg>
    <p:spTree>
      <p:nvGrpSpPr>
        <p:cNvPr id="1" name=""/>
        <p:cNvGrpSpPr/>
        <p:nvPr/>
      </p:nvGrpSpPr>
      <p:grpSpPr>
        <a:xfrm>
          <a:off x="0" y="0"/>
          <a:ext cx="0" cy="0"/>
          <a:chOff x="0" y="0"/>
          <a:chExt cx="0" cy="0"/>
        </a:xfrm>
      </p:grpSpPr>
      <p:sp>
        <p:nvSpPr>
          <p:cNvPr id="2" name="Text 0"/>
          <p:cNvSpPr/>
          <p:nvPr/>
        </p:nvSpPr>
        <p:spPr>
          <a:xfrm>
            <a:off x="777240" y="420624"/>
            <a:ext cx="10637215" cy="256032"/>
          </a:xfrm>
          <a:prstGeom prst="rect">
            <a:avLst/>
          </a:prstGeom>
          <a:noFill/>
          <a:ln/>
        </p:spPr>
        <p:txBody>
          <a:bodyPr wrap="square" lIns="0" tIns="0" rIns="0" bIns="0" rtlCol="0" anchor="ctr"/>
          <a:lstStyle/>
          <a:p>
            <a:pPr marL="0" indent="0">
              <a:buNone/>
            </a:pPr>
            <a:r>
              <a:rPr lang="en-US" sz="1150" b="1" kern="0" spc="350" dirty="0">
                <a:solidFill>
                  <a:srgbClr val="6D8DFF"/>
                </a:solidFill>
                <a:latin typeface="Arial" pitchFamily="34" charset="0"/>
                <a:ea typeface="Arial" pitchFamily="34" charset="-122"/>
                <a:cs typeface="Arial" pitchFamily="34" charset="-120"/>
              </a:rPr>
              <a:t>機能 01 ／ 練習</a:t>
            </a:r>
            <a:endParaRPr lang="en-US" sz="1150" dirty="0"/>
          </a:p>
        </p:txBody>
      </p:sp>
      <p:sp>
        <p:nvSpPr>
          <p:cNvPr id="3" name="Text 1"/>
          <p:cNvSpPr/>
          <p:nvPr/>
        </p:nvSpPr>
        <p:spPr>
          <a:xfrm>
            <a:off x="777240" y="749808"/>
            <a:ext cx="10637215" cy="640080"/>
          </a:xfrm>
          <a:prstGeom prst="rect">
            <a:avLst/>
          </a:prstGeom>
          <a:noFill/>
          <a:ln/>
        </p:spPr>
        <p:txBody>
          <a:bodyPr wrap="square" lIns="0" tIns="0" rIns="0" bIns="0" rtlCol="0" anchor="t"/>
          <a:lstStyle/>
          <a:p>
            <a:pPr marL="0" indent="0">
              <a:buNone/>
            </a:pPr>
            <a:r>
              <a:rPr lang="en-US" sz="3200" b="1" dirty="0">
                <a:solidFill>
                  <a:srgbClr val="ECE9F5"/>
                </a:solidFill>
                <a:latin typeface="Arial" pitchFamily="34" charset="0"/>
                <a:ea typeface="Arial" pitchFamily="34" charset="-122"/>
                <a:cs typeface="Arial" pitchFamily="34" charset="-120"/>
              </a:rPr>
              <a:t>音を1つ足すと、積み木が1段のびる。</a:t>
            </a:r>
            <a:endParaRPr lang="en-US" sz="3200" dirty="0"/>
          </a:p>
        </p:txBody>
      </p:sp>
      <p:sp>
        <p:nvSpPr>
          <p:cNvPr id="4" name="Text 2"/>
          <p:cNvSpPr/>
          <p:nvPr/>
        </p:nvSpPr>
        <p:spPr>
          <a:xfrm>
            <a:off x="777240" y="1572768"/>
            <a:ext cx="10637215" cy="822960"/>
          </a:xfrm>
          <a:prstGeom prst="rect">
            <a:avLst/>
          </a:prstGeom>
          <a:noFill/>
          <a:ln/>
        </p:spPr>
        <p:txBody>
          <a:bodyPr wrap="square" lIns="0" tIns="0" rIns="0" bIns="0" rtlCol="0" anchor="ctr"/>
          <a:lstStyle/>
          <a:p>
            <a:pPr marL="0" indent="0">
              <a:lnSpc>
                <a:spcPct val="150000"/>
              </a:lnSpc>
              <a:buNone/>
            </a:pPr>
            <a:r>
              <a:rPr lang="en-US" sz="1400" dirty="0">
                <a:solidFill>
                  <a:srgbClr val="A49DBD"/>
                </a:solidFill>
                <a:latin typeface="Arial" pitchFamily="34" charset="0"/>
                <a:ea typeface="Arial" pitchFamily="34" charset="-122"/>
                <a:cs typeface="Arial" pitchFamily="34" charset="-120"/>
              </a:rPr>
              <a:t>アプリ名の由来にした画面です。左で選んだコードの構成音が、下から順に積み上がります。</a:t>
            </a:r>
            <a:endParaRPr lang="en-US" sz="1400" dirty="0"/>
          </a:p>
          <a:p>
            <a:pPr marL="0" indent="0">
              <a:lnSpc>
                <a:spcPct val="150000"/>
              </a:lnSpc>
              <a:buNone/>
            </a:pPr>
            <a:r>
              <a:rPr lang="en-US" sz="1400" dirty="0">
                <a:solidFill>
                  <a:srgbClr val="A49DBD"/>
                </a:solidFill>
                <a:latin typeface="Arial" pitchFamily="34" charset="0"/>
                <a:ea typeface="Arial" pitchFamily="34" charset="-122"/>
                <a:cs typeface="Arial" pitchFamily="34" charset="-120"/>
              </a:rPr>
              <a:t>足した音は鍵盤の同じ色で光るので、「どの音が増えて、どう響きが変わったか」が耳と目で同時に分かります。</a:t>
            </a:r>
            <a:endParaRPr lang="en-US" sz="1400" dirty="0"/>
          </a:p>
        </p:txBody>
      </p:sp>
      <p:sp>
        <p:nvSpPr>
          <p:cNvPr id="5" name="Shape 3"/>
          <p:cNvSpPr/>
          <p:nvPr/>
        </p:nvSpPr>
        <p:spPr>
          <a:xfrm>
            <a:off x="777240" y="2606040"/>
            <a:ext cx="1371600" cy="493776"/>
          </a:xfrm>
          <a:prstGeom prst="roundRect">
            <a:avLst>
              <a:gd name="adj" fmla="val 25926"/>
            </a:avLst>
          </a:prstGeom>
          <a:solidFill>
            <a:srgbClr val="35C7D9"/>
          </a:solidFill>
          <a:ln/>
        </p:spPr>
        <p:txBody>
          <a:bodyPr/>
          <a:lstStyle/>
          <a:p>
            <a:endParaRPr lang="ja-JP" altLang="en-US"/>
          </a:p>
        </p:txBody>
      </p:sp>
      <p:sp>
        <p:nvSpPr>
          <p:cNvPr id="6" name="Text 4"/>
          <p:cNvSpPr/>
          <p:nvPr/>
        </p:nvSpPr>
        <p:spPr>
          <a:xfrm>
            <a:off x="777240" y="2606040"/>
            <a:ext cx="1371600" cy="493776"/>
          </a:xfrm>
          <a:prstGeom prst="rect">
            <a:avLst/>
          </a:prstGeom>
          <a:noFill/>
          <a:ln/>
        </p:spPr>
        <p:txBody>
          <a:bodyPr wrap="square" lIns="0" tIns="0" rIns="0" bIns="0" rtlCol="0" anchor="ctr"/>
          <a:lstStyle/>
          <a:p>
            <a:pPr marL="0" indent="0" algn="ctr">
              <a:buNone/>
            </a:pPr>
            <a:r>
              <a:rPr lang="en-US" sz="1500" b="1" dirty="0">
                <a:solidFill>
                  <a:srgbClr val="141019"/>
                </a:solidFill>
                <a:latin typeface="Arial" pitchFamily="34" charset="0"/>
                <a:ea typeface="Arial" pitchFamily="34" charset="-122"/>
                <a:cs typeface="Arial" pitchFamily="34" charset="-120"/>
              </a:rPr>
              <a:t>レ</a:t>
            </a:r>
            <a:endParaRPr lang="en-US" sz="1500" dirty="0"/>
          </a:p>
        </p:txBody>
      </p:sp>
      <p:sp>
        <p:nvSpPr>
          <p:cNvPr id="7" name="Text 5"/>
          <p:cNvSpPr/>
          <p:nvPr/>
        </p:nvSpPr>
        <p:spPr>
          <a:xfrm>
            <a:off x="2423160" y="2606040"/>
            <a:ext cx="1188720" cy="493776"/>
          </a:xfrm>
          <a:prstGeom prst="rect">
            <a:avLst/>
          </a:prstGeom>
          <a:noFill/>
          <a:ln/>
        </p:spPr>
        <p:txBody>
          <a:bodyPr wrap="square" lIns="0" tIns="0" rIns="0" bIns="0" rtlCol="0" anchor="ctr"/>
          <a:lstStyle/>
          <a:p>
            <a:pPr marL="0" indent="0">
              <a:buNone/>
            </a:pPr>
            <a:r>
              <a:rPr lang="en-US" sz="1400" b="1" dirty="0">
                <a:solidFill>
                  <a:srgbClr val="ECE9F5"/>
                </a:solidFill>
                <a:latin typeface="Arial" pitchFamily="34" charset="0"/>
                <a:ea typeface="Arial" pitchFamily="34" charset="-122"/>
                <a:cs typeface="Arial" pitchFamily="34" charset="-120"/>
              </a:rPr>
              <a:t>9th</a:t>
            </a:r>
            <a:endParaRPr lang="en-US" sz="1400" dirty="0"/>
          </a:p>
        </p:txBody>
      </p:sp>
      <p:sp>
        <p:nvSpPr>
          <p:cNvPr id="8" name="Text 6"/>
          <p:cNvSpPr/>
          <p:nvPr/>
        </p:nvSpPr>
        <p:spPr>
          <a:xfrm>
            <a:off x="3611880" y="2606040"/>
            <a:ext cx="2377440" cy="493776"/>
          </a:xfrm>
          <a:prstGeom prst="rect">
            <a:avLst/>
          </a:prstGeom>
          <a:noFill/>
          <a:ln/>
        </p:spPr>
        <p:txBody>
          <a:bodyPr wrap="square" lIns="0" tIns="0" rIns="0" bIns="0" rtlCol="0" anchor="ctr"/>
          <a:lstStyle/>
          <a:p>
            <a:pPr marL="0" indent="0">
              <a:buNone/>
            </a:pPr>
            <a:r>
              <a:rPr lang="en-US" sz="1300" dirty="0">
                <a:solidFill>
                  <a:srgbClr val="A49DBD"/>
                </a:solidFill>
                <a:latin typeface="Arial" pitchFamily="34" charset="0"/>
                <a:ea typeface="Arial" pitchFamily="34" charset="-122"/>
                <a:cs typeface="Arial" pitchFamily="34" charset="-120"/>
              </a:rPr>
              <a:t>ふわっと浮く</a:t>
            </a:r>
            <a:endParaRPr lang="en-US" sz="1300" dirty="0"/>
          </a:p>
        </p:txBody>
      </p:sp>
      <p:sp>
        <p:nvSpPr>
          <p:cNvPr id="9" name="Shape 7"/>
          <p:cNvSpPr/>
          <p:nvPr/>
        </p:nvSpPr>
        <p:spPr>
          <a:xfrm>
            <a:off x="777240" y="3209544"/>
            <a:ext cx="1371600" cy="493776"/>
          </a:xfrm>
          <a:prstGeom prst="roundRect">
            <a:avLst>
              <a:gd name="adj" fmla="val 25926"/>
            </a:avLst>
          </a:prstGeom>
          <a:solidFill>
            <a:srgbClr val="F472B6"/>
          </a:solidFill>
          <a:ln/>
        </p:spPr>
        <p:txBody>
          <a:bodyPr/>
          <a:lstStyle/>
          <a:p>
            <a:endParaRPr lang="ja-JP" altLang="en-US"/>
          </a:p>
        </p:txBody>
      </p:sp>
      <p:sp>
        <p:nvSpPr>
          <p:cNvPr id="10" name="Text 8"/>
          <p:cNvSpPr/>
          <p:nvPr/>
        </p:nvSpPr>
        <p:spPr>
          <a:xfrm>
            <a:off x="777240" y="3209544"/>
            <a:ext cx="1371600" cy="493776"/>
          </a:xfrm>
          <a:prstGeom prst="rect">
            <a:avLst/>
          </a:prstGeom>
          <a:noFill/>
          <a:ln/>
        </p:spPr>
        <p:txBody>
          <a:bodyPr wrap="square" lIns="0" tIns="0" rIns="0" bIns="0" rtlCol="0" anchor="ctr"/>
          <a:lstStyle/>
          <a:p>
            <a:pPr marL="0" indent="0" algn="ctr">
              <a:buNone/>
            </a:pPr>
            <a:r>
              <a:rPr lang="en-US" sz="1500" b="1" dirty="0">
                <a:solidFill>
                  <a:srgbClr val="141019"/>
                </a:solidFill>
                <a:latin typeface="Arial" pitchFamily="34" charset="0"/>
                <a:ea typeface="Arial" pitchFamily="34" charset="-122"/>
                <a:cs typeface="Arial" pitchFamily="34" charset="-120"/>
              </a:rPr>
              <a:t>シ♭</a:t>
            </a:r>
            <a:endParaRPr lang="en-US" sz="1500" dirty="0"/>
          </a:p>
        </p:txBody>
      </p:sp>
      <p:sp>
        <p:nvSpPr>
          <p:cNvPr id="11" name="Text 9"/>
          <p:cNvSpPr/>
          <p:nvPr/>
        </p:nvSpPr>
        <p:spPr>
          <a:xfrm>
            <a:off x="2423160" y="3209544"/>
            <a:ext cx="1188720" cy="493776"/>
          </a:xfrm>
          <a:prstGeom prst="rect">
            <a:avLst/>
          </a:prstGeom>
          <a:noFill/>
          <a:ln/>
        </p:spPr>
        <p:txBody>
          <a:bodyPr wrap="square" lIns="0" tIns="0" rIns="0" bIns="0" rtlCol="0" anchor="ctr"/>
          <a:lstStyle/>
          <a:p>
            <a:pPr marL="0" indent="0">
              <a:buNone/>
            </a:pPr>
            <a:r>
              <a:rPr lang="en-US" sz="1400" b="1" dirty="0">
                <a:solidFill>
                  <a:srgbClr val="ECE9F5"/>
                </a:solidFill>
                <a:latin typeface="Arial" pitchFamily="34" charset="0"/>
                <a:ea typeface="Arial" pitchFamily="34" charset="-122"/>
                <a:cs typeface="Arial" pitchFamily="34" charset="-120"/>
              </a:rPr>
              <a:t>7th</a:t>
            </a:r>
            <a:endParaRPr lang="en-US" sz="1400" dirty="0"/>
          </a:p>
        </p:txBody>
      </p:sp>
      <p:sp>
        <p:nvSpPr>
          <p:cNvPr id="12" name="Text 10"/>
          <p:cNvSpPr/>
          <p:nvPr/>
        </p:nvSpPr>
        <p:spPr>
          <a:xfrm>
            <a:off x="3611880" y="3209544"/>
            <a:ext cx="2377440" cy="493776"/>
          </a:xfrm>
          <a:prstGeom prst="rect">
            <a:avLst/>
          </a:prstGeom>
          <a:noFill/>
          <a:ln/>
        </p:spPr>
        <p:txBody>
          <a:bodyPr wrap="square" lIns="0" tIns="0" rIns="0" bIns="0" rtlCol="0" anchor="ctr"/>
          <a:lstStyle/>
          <a:p>
            <a:pPr marL="0" indent="0">
              <a:buNone/>
            </a:pPr>
            <a:r>
              <a:rPr lang="en-US" sz="1300" dirty="0">
                <a:solidFill>
                  <a:srgbClr val="A49DBD"/>
                </a:solidFill>
                <a:latin typeface="Arial" pitchFamily="34" charset="0"/>
                <a:ea typeface="Arial" pitchFamily="34" charset="-122"/>
                <a:cs typeface="Arial" pitchFamily="34" charset="-120"/>
              </a:rPr>
              <a:t>すこし切なくなる</a:t>
            </a:r>
            <a:endParaRPr lang="en-US" sz="1300" dirty="0"/>
          </a:p>
        </p:txBody>
      </p:sp>
      <p:sp>
        <p:nvSpPr>
          <p:cNvPr id="13" name="Shape 11"/>
          <p:cNvSpPr/>
          <p:nvPr/>
        </p:nvSpPr>
        <p:spPr>
          <a:xfrm>
            <a:off x="777240" y="3813048"/>
            <a:ext cx="1371600" cy="493776"/>
          </a:xfrm>
          <a:prstGeom prst="roundRect">
            <a:avLst>
              <a:gd name="adj" fmla="val 25926"/>
            </a:avLst>
          </a:prstGeom>
          <a:solidFill>
            <a:srgbClr val="F0A63C"/>
          </a:solidFill>
          <a:ln/>
        </p:spPr>
        <p:txBody>
          <a:bodyPr/>
          <a:lstStyle/>
          <a:p>
            <a:endParaRPr lang="ja-JP" altLang="en-US"/>
          </a:p>
        </p:txBody>
      </p:sp>
      <p:sp>
        <p:nvSpPr>
          <p:cNvPr id="14" name="Text 12"/>
          <p:cNvSpPr/>
          <p:nvPr/>
        </p:nvSpPr>
        <p:spPr>
          <a:xfrm>
            <a:off x="777240" y="3813048"/>
            <a:ext cx="1371600" cy="493776"/>
          </a:xfrm>
          <a:prstGeom prst="rect">
            <a:avLst/>
          </a:prstGeom>
          <a:noFill/>
          <a:ln/>
        </p:spPr>
        <p:txBody>
          <a:bodyPr wrap="square" lIns="0" tIns="0" rIns="0" bIns="0" rtlCol="0" anchor="ctr"/>
          <a:lstStyle/>
          <a:p>
            <a:pPr marL="0" indent="0" algn="ctr">
              <a:buNone/>
            </a:pPr>
            <a:r>
              <a:rPr lang="en-US" sz="1500" b="1" dirty="0">
                <a:solidFill>
                  <a:srgbClr val="141019"/>
                </a:solidFill>
                <a:latin typeface="Arial" pitchFamily="34" charset="0"/>
                <a:ea typeface="Arial" pitchFamily="34" charset="-122"/>
                <a:cs typeface="Arial" pitchFamily="34" charset="-120"/>
              </a:rPr>
              <a:t>ソ</a:t>
            </a:r>
            <a:endParaRPr lang="en-US" sz="1500" dirty="0"/>
          </a:p>
        </p:txBody>
      </p:sp>
      <p:sp>
        <p:nvSpPr>
          <p:cNvPr id="15" name="Text 13"/>
          <p:cNvSpPr/>
          <p:nvPr/>
        </p:nvSpPr>
        <p:spPr>
          <a:xfrm>
            <a:off x="2423160" y="3813048"/>
            <a:ext cx="1188720" cy="493776"/>
          </a:xfrm>
          <a:prstGeom prst="rect">
            <a:avLst/>
          </a:prstGeom>
          <a:noFill/>
          <a:ln/>
        </p:spPr>
        <p:txBody>
          <a:bodyPr wrap="square" lIns="0" tIns="0" rIns="0" bIns="0" rtlCol="0" anchor="ctr"/>
          <a:lstStyle/>
          <a:p>
            <a:pPr marL="0" indent="0">
              <a:buNone/>
            </a:pPr>
            <a:r>
              <a:rPr lang="en-US" sz="1400" b="1" dirty="0">
                <a:solidFill>
                  <a:srgbClr val="ECE9F5"/>
                </a:solidFill>
                <a:latin typeface="Arial" pitchFamily="34" charset="0"/>
                <a:ea typeface="Arial" pitchFamily="34" charset="-122"/>
                <a:cs typeface="Arial" pitchFamily="34" charset="-120"/>
              </a:rPr>
              <a:t>5度</a:t>
            </a:r>
            <a:endParaRPr lang="en-US" sz="1400" dirty="0"/>
          </a:p>
        </p:txBody>
      </p:sp>
      <p:sp>
        <p:nvSpPr>
          <p:cNvPr id="16" name="Text 14"/>
          <p:cNvSpPr/>
          <p:nvPr/>
        </p:nvSpPr>
        <p:spPr>
          <a:xfrm>
            <a:off x="3611880" y="3813048"/>
            <a:ext cx="2377440" cy="493776"/>
          </a:xfrm>
          <a:prstGeom prst="rect">
            <a:avLst/>
          </a:prstGeom>
          <a:noFill/>
          <a:ln/>
        </p:spPr>
        <p:txBody>
          <a:bodyPr wrap="square" lIns="0" tIns="0" rIns="0" bIns="0" rtlCol="0" anchor="ctr"/>
          <a:lstStyle/>
          <a:p>
            <a:pPr marL="0" indent="0">
              <a:buNone/>
            </a:pPr>
            <a:r>
              <a:rPr lang="en-US" sz="1300" dirty="0">
                <a:solidFill>
                  <a:srgbClr val="A49DBD"/>
                </a:solidFill>
                <a:latin typeface="Arial" pitchFamily="34" charset="0"/>
                <a:ea typeface="Arial" pitchFamily="34" charset="-122"/>
                <a:cs typeface="Arial" pitchFamily="34" charset="-120"/>
              </a:rPr>
              <a:t>土台を支える</a:t>
            </a:r>
            <a:endParaRPr lang="en-US" sz="1300" dirty="0"/>
          </a:p>
        </p:txBody>
      </p:sp>
      <p:sp>
        <p:nvSpPr>
          <p:cNvPr id="17" name="Shape 15"/>
          <p:cNvSpPr/>
          <p:nvPr/>
        </p:nvSpPr>
        <p:spPr>
          <a:xfrm>
            <a:off x="777240" y="4416552"/>
            <a:ext cx="1371600" cy="493776"/>
          </a:xfrm>
          <a:prstGeom prst="roundRect">
            <a:avLst>
              <a:gd name="adj" fmla="val 25926"/>
            </a:avLst>
          </a:prstGeom>
          <a:solidFill>
            <a:srgbClr val="4ADE80"/>
          </a:solidFill>
          <a:ln/>
        </p:spPr>
        <p:txBody>
          <a:bodyPr/>
          <a:lstStyle/>
          <a:p>
            <a:endParaRPr lang="ja-JP" altLang="en-US"/>
          </a:p>
        </p:txBody>
      </p:sp>
      <p:sp>
        <p:nvSpPr>
          <p:cNvPr id="18" name="Text 16"/>
          <p:cNvSpPr/>
          <p:nvPr/>
        </p:nvSpPr>
        <p:spPr>
          <a:xfrm>
            <a:off x="777240" y="4416552"/>
            <a:ext cx="1371600" cy="493776"/>
          </a:xfrm>
          <a:prstGeom prst="rect">
            <a:avLst/>
          </a:prstGeom>
          <a:noFill/>
          <a:ln/>
        </p:spPr>
        <p:txBody>
          <a:bodyPr wrap="square" lIns="0" tIns="0" rIns="0" bIns="0" rtlCol="0" anchor="ctr"/>
          <a:lstStyle/>
          <a:p>
            <a:pPr marL="0" indent="0" algn="ctr">
              <a:buNone/>
            </a:pPr>
            <a:r>
              <a:rPr lang="en-US" sz="1500" b="1" dirty="0">
                <a:solidFill>
                  <a:srgbClr val="141019"/>
                </a:solidFill>
                <a:latin typeface="Arial" pitchFamily="34" charset="0"/>
                <a:ea typeface="Arial" pitchFamily="34" charset="-122"/>
                <a:cs typeface="Arial" pitchFamily="34" charset="-120"/>
              </a:rPr>
              <a:t>ミ</a:t>
            </a:r>
            <a:endParaRPr lang="en-US" sz="1500" dirty="0"/>
          </a:p>
        </p:txBody>
      </p:sp>
      <p:sp>
        <p:nvSpPr>
          <p:cNvPr id="19" name="Text 17"/>
          <p:cNvSpPr/>
          <p:nvPr/>
        </p:nvSpPr>
        <p:spPr>
          <a:xfrm>
            <a:off x="2423160" y="4416552"/>
            <a:ext cx="1188720" cy="493776"/>
          </a:xfrm>
          <a:prstGeom prst="rect">
            <a:avLst/>
          </a:prstGeom>
          <a:noFill/>
          <a:ln/>
        </p:spPr>
        <p:txBody>
          <a:bodyPr wrap="square" lIns="0" tIns="0" rIns="0" bIns="0" rtlCol="0" anchor="ctr"/>
          <a:lstStyle/>
          <a:p>
            <a:pPr marL="0" indent="0">
              <a:buNone/>
            </a:pPr>
            <a:r>
              <a:rPr lang="en-US" sz="1400" b="1" dirty="0">
                <a:solidFill>
                  <a:srgbClr val="ECE9F5"/>
                </a:solidFill>
                <a:latin typeface="Arial" pitchFamily="34" charset="0"/>
                <a:ea typeface="Arial" pitchFamily="34" charset="-122"/>
                <a:cs typeface="Arial" pitchFamily="34" charset="-120"/>
              </a:rPr>
              <a:t>3度</a:t>
            </a:r>
            <a:endParaRPr lang="en-US" sz="1400" dirty="0"/>
          </a:p>
        </p:txBody>
      </p:sp>
      <p:sp>
        <p:nvSpPr>
          <p:cNvPr id="20" name="Text 18"/>
          <p:cNvSpPr/>
          <p:nvPr/>
        </p:nvSpPr>
        <p:spPr>
          <a:xfrm>
            <a:off x="3611880" y="4416552"/>
            <a:ext cx="2377440" cy="493776"/>
          </a:xfrm>
          <a:prstGeom prst="rect">
            <a:avLst/>
          </a:prstGeom>
          <a:noFill/>
          <a:ln/>
        </p:spPr>
        <p:txBody>
          <a:bodyPr wrap="square" lIns="0" tIns="0" rIns="0" bIns="0" rtlCol="0" anchor="ctr"/>
          <a:lstStyle/>
          <a:p>
            <a:pPr marL="0" indent="0">
              <a:buNone/>
            </a:pPr>
            <a:r>
              <a:rPr lang="en-US" sz="1300" dirty="0">
                <a:solidFill>
                  <a:srgbClr val="A49DBD"/>
                </a:solidFill>
                <a:latin typeface="Arial" pitchFamily="34" charset="0"/>
                <a:ea typeface="Arial" pitchFamily="34" charset="-122"/>
                <a:cs typeface="Arial" pitchFamily="34" charset="-120"/>
              </a:rPr>
              <a:t>明るさを決める</a:t>
            </a:r>
            <a:endParaRPr lang="en-US" sz="1300" dirty="0"/>
          </a:p>
        </p:txBody>
      </p:sp>
      <p:sp>
        <p:nvSpPr>
          <p:cNvPr id="21" name="Shape 19"/>
          <p:cNvSpPr/>
          <p:nvPr/>
        </p:nvSpPr>
        <p:spPr>
          <a:xfrm>
            <a:off x="777240" y="5020056"/>
            <a:ext cx="1371600" cy="493776"/>
          </a:xfrm>
          <a:prstGeom prst="roundRect">
            <a:avLst>
              <a:gd name="adj" fmla="val 25926"/>
            </a:avLst>
          </a:prstGeom>
          <a:solidFill>
            <a:srgbClr val="6D8DFF"/>
          </a:solidFill>
          <a:ln/>
        </p:spPr>
        <p:txBody>
          <a:bodyPr/>
          <a:lstStyle/>
          <a:p>
            <a:endParaRPr lang="ja-JP" altLang="en-US"/>
          </a:p>
        </p:txBody>
      </p:sp>
      <p:sp>
        <p:nvSpPr>
          <p:cNvPr id="22" name="Text 20"/>
          <p:cNvSpPr/>
          <p:nvPr/>
        </p:nvSpPr>
        <p:spPr>
          <a:xfrm>
            <a:off x="777240" y="5020056"/>
            <a:ext cx="1371600" cy="493776"/>
          </a:xfrm>
          <a:prstGeom prst="rect">
            <a:avLst/>
          </a:prstGeom>
          <a:noFill/>
          <a:ln/>
        </p:spPr>
        <p:txBody>
          <a:bodyPr wrap="square" lIns="0" tIns="0" rIns="0" bIns="0" rtlCol="0" anchor="ctr"/>
          <a:lstStyle/>
          <a:p>
            <a:pPr marL="0" indent="0" algn="ctr">
              <a:buNone/>
            </a:pPr>
            <a:r>
              <a:rPr lang="en-US" sz="1500" b="1" dirty="0">
                <a:solidFill>
                  <a:srgbClr val="141019"/>
                </a:solidFill>
                <a:latin typeface="Arial" pitchFamily="34" charset="0"/>
                <a:ea typeface="Arial" pitchFamily="34" charset="-122"/>
                <a:cs typeface="Arial" pitchFamily="34" charset="-120"/>
              </a:rPr>
              <a:t>ド</a:t>
            </a:r>
            <a:endParaRPr lang="en-US" sz="1500" dirty="0"/>
          </a:p>
        </p:txBody>
      </p:sp>
      <p:sp>
        <p:nvSpPr>
          <p:cNvPr id="23" name="Text 21"/>
          <p:cNvSpPr/>
          <p:nvPr/>
        </p:nvSpPr>
        <p:spPr>
          <a:xfrm>
            <a:off x="2423160" y="5020056"/>
            <a:ext cx="1188720" cy="493776"/>
          </a:xfrm>
          <a:prstGeom prst="rect">
            <a:avLst/>
          </a:prstGeom>
          <a:noFill/>
          <a:ln/>
        </p:spPr>
        <p:txBody>
          <a:bodyPr wrap="square" lIns="0" tIns="0" rIns="0" bIns="0" rtlCol="0" anchor="ctr"/>
          <a:lstStyle/>
          <a:p>
            <a:pPr marL="0" indent="0">
              <a:buNone/>
            </a:pPr>
            <a:r>
              <a:rPr lang="en-US" sz="1400" b="1" dirty="0">
                <a:solidFill>
                  <a:srgbClr val="ECE9F5"/>
                </a:solidFill>
                <a:latin typeface="Arial" pitchFamily="34" charset="0"/>
                <a:ea typeface="Arial" pitchFamily="34" charset="-122"/>
                <a:cs typeface="Arial" pitchFamily="34" charset="-120"/>
              </a:rPr>
              <a:t>ルート</a:t>
            </a:r>
            <a:endParaRPr lang="en-US" sz="1400" dirty="0"/>
          </a:p>
        </p:txBody>
      </p:sp>
      <p:sp>
        <p:nvSpPr>
          <p:cNvPr id="24" name="Text 22"/>
          <p:cNvSpPr/>
          <p:nvPr/>
        </p:nvSpPr>
        <p:spPr>
          <a:xfrm>
            <a:off x="3611880" y="5020056"/>
            <a:ext cx="2377440" cy="493776"/>
          </a:xfrm>
          <a:prstGeom prst="rect">
            <a:avLst/>
          </a:prstGeom>
          <a:noFill/>
          <a:ln/>
        </p:spPr>
        <p:txBody>
          <a:bodyPr wrap="square" lIns="0" tIns="0" rIns="0" bIns="0" rtlCol="0" anchor="ctr"/>
          <a:lstStyle/>
          <a:p>
            <a:pPr marL="0" indent="0">
              <a:buNone/>
            </a:pPr>
            <a:r>
              <a:rPr lang="en-US" sz="1300" dirty="0">
                <a:solidFill>
                  <a:srgbClr val="A49DBD"/>
                </a:solidFill>
                <a:latin typeface="Arial" pitchFamily="34" charset="0"/>
                <a:ea typeface="Arial" pitchFamily="34" charset="-122"/>
                <a:cs typeface="Arial" pitchFamily="34" charset="-120"/>
              </a:rPr>
              <a:t>コードの根っこ</a:t>
            </a:r>
            <a:endParaRPr lang="en-US" sz="1300" dirty="0"/>
          </a:p>
        </p:txBody>
      </p:sp>
      <p:sp>
        <p:nvSpPr>
          <p:cNvPr id="25" name="Text 23"/>
          <p:cNvSpPr/>
          <p:nvPr/>
        </p:nvSpPr>
        <p:spPr>
          <a:xfrm>
            <a:off x="777240" y="5715000"/>
            <a:ext cx="5212080" cy="310896"/>
          </a:xfrm>
          <a:prstGeom prst="rect">
            <a:avLst/>
          </a:prstGeom>
          <a:noFill/>
          <a:ln/>
        </p:spPr>
        <p:txBody>
          <a:bodyPr wrap="square" lIns="0" tIns="0" rIns="0" bIns="0" rtlCol="0" anchor="ctr"/>
          <a:lstStyle/>
          <a:p>
            <a:pPr marL="0" indent="0">
              <a:buNone/>
            </a:pPr>
            <a:r>
              <a:rPr lang="en-US" sz="1400" b="1" dirty="0">
                <a:solidFill>
                  <a:srgbClr val="ECE9F5"/>
                </a:solidFill>
                <a:latin typeface="Arial" pitchFamily="34" charset="0"/>
                <a:ea typeface="Arial" pitchFamily="34" charset="-122"/>
                <a:cs typeface="Arial" pitchFamily="34" charset="-120"/>
              </a:rPr>
              <a:t>C9 ＝ ド・ミ・ソ・シ♭・レ</a:t>
            </a:r>
            <a:endParaRPr lang="en-US" sz="1400" dirty="0"/>
          </a:p>
        </p:txBody>
      </p:sp>
      <p:sp>
        <p:nvSpPr>
          <p:cNvPr id="26" name="Text 24"/>
          <p:cNvSpPr/>
          <p:nvPr/>
        </p:nvSpPr>
        <p:spPr>
          <a:xfrm>
            <a:off x="6309360" y="2606040"/>
            <a:ext cx="5105095" cy="292608"/>
          </a:xfrm>
          <a:prstGeom prst="rect">
            <a:avLst/>
          </a:prstGeom>
          <a:noFill/>
          <a:ln/>
        </p:spPr>
        <p:txBody>
          <a:bodyPr wrap="square" lIns="0" tIns="0" rIns="0" bIns="0" rtlCol="0" anchor="ctr"/>
          <a:lstStyle/>
          <a:p>
            <a:pPr marL="0" indent="0">
              <a:buNone/>
            </a:pPr>
            <a:r>
              <a:rPr lang="en-US" sz="1300" b="1" dirty="0">
                <a:solidFill>
                  <a:srgbClr val="ECE9F5"/>
                </a:solidFill>
                <a:latin typeface="Arial" pitchFamily="34" charset="0"/>
                <a:ea typeface="Arial" pitchFamily="34" charset="-122"/>
                <a:cs typeface="Arial" pitchFamily="34" charset="-120"/>
              </a:rPr>
              <a:t>同じ色で、鍵盤も光る</a:t>
            </a:r>
            <a:endParaRPr lang="en-US" sz="1300" dirty="0"/>
          </a:p>
        </p:txBody>
      </p:sp>
      <p:sp>
        <p:nvSpPr>
          <p:cNvPr id="27" name="Shape 25"/>
          <p:cNvSpPr/>
          <p:nvPr/>
        </p:nvSpPr>
        <p:spPr>
          <a:xfrm>
            <a:off x="6309360" y="3017520"/>
            <a:ext cx="346362" cy="1371600"/>
          </a:xfrm>
          <a:prstGeom prst="roundRect">
            <a:avLst>
              <a:gd name="adj" fmla="val 7920"/>
            </a:avLst>
          </a:prstGeom>
          <a:solidFill>
            <a:srgbClr val="6D8DFF"/>
          </a:solidFill>
          <a:ln w="6350">
            <a:solidFill>
              <a:srgbClr val="33304A"/>
            </a:solidFill>
            <a:prstDash val="solid"/>
          </a:ln>
        </p:spPr>
        <p:txBody>
          <a:bodyPr/>
          <a:lstStyle/>
          <a:p>
            <a:endParaRPr lang="ja-JP" altLang="en-US"/>
          </a:p>
        </p:txBody>
      </p:sp>
      <p:sp>
        <p:nvSpPr>
          <p:cNvPr id="28" name="Shape 26"/>
          <p:cNvSpPr/>
          <p:nvPr/>
        </p:nvSpPr>
        <p:spPr>
          <a:xfrm>
            <a:off x="6674010" y="3017520"/>
            <a:ext cx="346362" cy="1371600"/>
          </a:xfrm>
          <a:prstGeom prst="roundRect">
            <a:avLst>
              <a:gd name="adj" fmla="val 7920"/>
            </a:avLst>
          </a:prstGeom>
          <a:solidFill>
            <a:srgbClr val="2B2739"/>
          </a:solidFill>
          <a:ln w="6350">
            <a:solidFill>
              <a:srgbClr val="33304A"/>
            </a:solidFill>
            <a:prstDash val="solid"/>
          </a:ln>
        </p:spPr>
        <p:txBody>
          <a:bodyPr/>
          <a:lstStyle/>
          <a:p>
            <a:endParaRPr lang="ja-JP" altLang="en-US"/>
          </a:p>
        </p:txBody>
      </p:sp>
      <p:sp>
        <p:nvSpPr>
          <p:cNvPr id="29" name="Shape 27"/>
          <p:cNvSpPr/>
          <p:nvPr/>
        </p:nvSpPr>
        <p:spPr>
          <a:xfrm>
            <a:off x="7038659" y="3017520"/>
            <a:ext cx="346362" cy="1371600"/>
          </a:xfrm>
          <a:prstGeom prst="roundRect">
            <a:avLst>
              <a:gd name="adj" fmla="val 7920"/>
            </a:avLst>
          </a:prstGeom>
          <a:solidFill>
            <a:srgbClr val="4ADE80"/>
          </a:solidFill>
          <a:ln w="6350">
            <a:solidFill>
              <a:srgbClr val="33304A"/>
            </a:solidFill>
            <a:prstDash val="solid"/>
          </a:ln>
        </p:spPr>
        <p:txBody>
          <a:bodyPr/>
          <a:lstStyle/>
          <a:p>
            <a:endParaRPr lang="ja-JP" altLang="en-US"/>
          </a:p>
        </p:txBody>
      </p:sp>
      <p:sp>
        <p:nvSpPr>
          <p:cNvPr id="30" name="Shape 28"/>
          <p:cNvSpPr/>
          <p:nvPr/>
        </p:nvSpPr>
        <p:spPr>
          <a:xfrm>
            <a:off x="7403309" y="3017520"/>
            <a:ext cx="346362" cy="1371600"/>
          </a:xfrm>
          <a:prstGeom prst="roundRect">
            <a:avLst>
              <a:gd name="adj" fmla="val 7920"/>
            </a:avLst>
          </a:prstGeom>
          <a:solidFill>
            <a:srgbClr val="2B2739"/>
          </a:solidFill>
          <a:ln w="6350">
            <a:solidFill>
              <a:srgbClr val="33304A"/>
            </a:solidFill>
            <a:prstDash val="solid"/>
          </a:ln>
        </p:spPr>
        <p:txBody>
          <a:bodyPr/>
          <a:lstStyle/>
          <a:p>
            <a:endParaRPr lang="ja-JP" altLang="en-US"/>
          </a:p>
        </p:txBody>
      </p:sp>
      <p:sp>
        <p:nvSpPr>
          <p:cNvPr id="31" name="Shape 29"/>
          <p:cNvSpPr/>
          <p:nvPr/>
        </p:nvSpPr>
        <p:spPr>
          <a:xfrm>
            <a:off x="7767959" y="3017520"/>
            <a:ext cx="346362" cy="1371600"/>
          </a:xfrm>
          <a:prstGeom prst="roundRect">
            <a:avLst>
              <a:gd name="adj" fmla="val 7920"/>
            </a:avLst>
          </a:prstGeom>
          <a:solidFill>
            <a:srgbClr val="F0A63C"/>
          </a:solidFill>
          <a:ln w="6350">
            <a:solidFill>
              <a:srgbClr val="33304A"/>
            </a:solidFill>
            <a:prstDash val="solid"/>
          </a:ln>
        </p:spPr>
        <p:txBody>
          <a:bodyPr/>
          <a:lstStyle/>
          <a:p>
            <a:endParaRPr lang="ja-JP" altLang="en-US"/>
          </a:p>
        </p:txBody>
      </p:sp>
      <p:sp>
        <p:nvSpPr>
          <p:cNvPr id="32" name="Shape 30"/>
          <p:cNvSpPr/>
          <p:nvPr/>
        </p:nvSpPr>
        <p:spPr>
          <a:xfrm>
            <a:off x="8132608" y="3017520"/>
            <a:ext cx="346362" cy="1371600"/>
          </a:xfrm>
          <a:prstGeom prst="roundRect">
            <a:avLst>
              <a:gd name="adj" fmla="val 7920"/>
            </a:avLst>
          </a:prstGeom>
          <a:solidFill>
            <a:srgbClr val="2B2739"/>
          </a:solidFill>
          <a:ln w="6350">
            <a:solidFill>
              <a:srgbClr val="33304A"/>
            </a:solidFill>
            <a:prstDash val="solid"/>
          </a:ln>
        </p:spPr>
        <p:txBody>
          <a:bodyPr/>
          <a:lstStyle/>
          <a:p>
            <a:endParaRPr lang="ja-JP" altLang="en-US"/>
          </a:p>
        </p:txBody>
      </p:sp>
      <p:sp>
        <p:nvSpPr>
          <p:cNvPr id="33" name="Shape 31"/>
          <p:cNvSpPr/>
          <p:nvPr/>
        </p:nvSpPr>
        <p:spPr>
          <a:xfrm>
            <a:off x="8497258" y="3017520"/>
            <a:ext cx="346362" cy="1371600"/>
          </a:xfrm>
          <a:prstGeom prst="roundRect">
            <a:avLst>
              <a:gd name="adj" fmla="val 7920"/>
            </a:avLst>
          </a:prstGeom>
          <a:solidFill>
            <a:srgbClr val="2B2739"/>
          </a:solidFill>
          <a:ln w="6350">
            <a:solidFill>
              <a:srgbClr val="33304A"/>
            </a:solidFill>
            <a:prstDash val="solid"/>
          </a:ln>
        </p:spPr>
        <p:txBody>
          <a:bodyPr/>
          <a:lstStyle/>
          <a:p>
            <a:endParaRPr lang="ja-JP" altLang="en-US"/>
          </a:p>
        </p:txBody>
      </p:sp>
      <p:sp>
        <p:nvSpPr>
          <p:cNvPr id="34" name="Shape 32"/>
          <p:cNvSpPr/>
          <p:nvPr/>
        </p:nvSpPr>
        <p:spPr>
          <a:xfrm>
            <a:off x="8861908" y="3017520"/>
            <a:ext cx="346362" cy="1371600"/>
          </a:xfrm>
          <a:prstGeom prst="roundRect">
            <a:avLst>
              <a:gd name="adj" fmla="val 7920"/>
            </a:avLst>
          </a:prstGeom>
          <a:solidFill>
            <a:srgbClr val="2B2739"/>
          </a:solidFill>
          <a:ln w="6350">
            <a:solidFill>
              <a:srgbClr val="33304A"/>
            </a:solidFill>
            <a:prstDash val="solid"/>
          </a:ln>
        </p:spPr>
        <p:txBody>
          <a:bodyPr/>
          <a:lstStyle/>
          <a:p>
            <a:endParaRPr lang="ja-JP" altLang="en-US"/>
          </a:p>
        </p:txBody>
      </p:sp>
      <p:sp>
        <p:nvSpPr>
          <p:cNvPr id="35" name="Shape 33"/>
          <p:cNvSpPr/>
          <p:nvPr/>
        </p:nvSpPr>
        <p:spPr>
          <a:xfrm>
            <a:off x="9226557" y="3017520"/>
            <a:ext cx="346362" cy="1371600"/>
          </a:xfrm>
          <a:prstGeom prst="roundRect">
            <a:avLst>
              <a:gd name="adj" fmla="val 7920"/>
            </a:avLst>
          </a:prstGeom>
          <a:solidFill>
            <a:srgbClr val="35C7D9"/>
          </a:solidFill>
          <a:ln w="6350">
            <a:solidFill>
              <a:srgbClr val="33304A"/>
            </a:solidFill>
            <a:prstDash val="solid"/>
          </a:ln>
        </p:spPr>
        <p:txBody>
          <a:bodyPr/>
          <a:lstStyle/>
          <a:p>
            <a:endParaRPr lang="ja-JP" altLang="en-US"/>
          </a:p>
        </p:txBody>
      </p:sp>
      <p:sp>
        <p:nvSpPr>
          <p:cNvPr id="36" name="Shape 34"/>
          <p:cNvSpPr/>
          <p:nvPr/>
        </p:nvSpPr>
        <p:spPr>
          <a:xfrm>
            <a:off x="9591207" y="3017520"/>
            <a:ext cx="346362" cy="1371600"/>
          </a:xfrm>
          <a:prstGeom prst="roundRect">
            <a:avLst>
              <a:gd name="adj" fmla="val 7920"/>
            </a:avLst>
          </a:prstGeom>
          <a:solidFill>
            <a:srgbClr val="2B2739"/>
          </a:solidFill>
          <a:ln w="6350">
            <a:solidFill>
              <a:srgbClr val="33304A"/>
            </a:solidFill>
            <a:prstDash val="solid"/>
          </a:ln>
        </p:spPr>
        <p:txBody>
          <a:bodyPr/>
          <a:lstStyle/>
          <a:p>
            <a:endParaRPr lang="ja-JP" altLang="en-US"/>
          </a:p>
        </p:txBody>
      </p:sp>
      <p:sp>
        <p:nvSpPr>
          <p:cNvPr id="37" name="Shape 35"/>
          <p:cNvSpPr/>
          <p:nvPr/>
        </p:nvSpPr>
        <p:spPr>
          <a:xfrm>
            <a:off x="9955857" y="3017520"/>
            <a:ext cx="346362" cy="1371600"/>
          </a:xfrm>
          <a:prstGeom prst="roundRect">
            <a:avLst>
              <a:gd name="adj" fmla="val 7920"/>
            </a:avLst>
          </a:prstGeom>
          <a:solidFill>
            <a:srgbClr val="2B2739"/>
          </a:solidFill>
          <a:ln w="6350">
            <a:solidFill>
              <a:srgbClr val="33304A"/>
            </a:solidFill>
            <a:prstDash val="solid"/>
          </a:ln>
        </p:spPr>
        <p:txBody>
          <a:bodyPr/>
          <a:lstStyle/>
          <a:p>
            <a:endParaRPr lang="ja-JP" altLang="en-US"/>
          </a:p>
        </p:txBody>
      </p:sp>
      <p:sp>
        <p:nvSpPr>
          <p:cNvPr id="38" name="Shape 36"/>
          <p:cNvSpPr/>
          <p:nvPr/>
        </p:nvSpPr>
        <p:spPr>
          <a:xfrm>
            <a:off x="10320506" y="3017520"/>
            <a:ext cx="346362" cy="1371600"/>
          </a:xfrm>
          <a:prstGeom prst="roundRect">
            <a:avLst>
              <a:gd name="adj" fmla="val 7920"/>
            </a:avLst>
          </a:prstGeom>
          <a:solidFill>
            <a:srgbClr val="2B2739"/>
          </a:solidFill>
          <a:ln w="6350">
            <a:solidFill>
              <a:srgbClr val="33304A"/>
            </a:solidFill>
            <a:prstDash val="solid"/>
          </a:ln>
        </p:spPr>
        <p:txBody>
          <a:bodyPr/>
          <a:lstStyle/>
          <a:p>
            <a:endParaRPr lang="ja-JP" altLang="en-US"/>
          </a:p>
        </p:txBody>
      </p:sp>
      <p:sp>
        <p:nvSpPr>
          <p:cNvPr id="39" name="Shape 37"/>
          <p:cNvSpPr/>
          <p:nvPr/>
        </p:nvSpPr>
        <p:spPr>
          <a:xfrm>
            <a:off x="10685156" y="3017520"/>
            <a:ext cx="346362" cy="1371600"/>
          </a:xfrm>
          <a:prstGeom prst="roundRect">
            <a:avLst>
              <a:gd name="adj" fmla="val 7920"/>
            </a:avLst>
          </a:prstGeom>
          <a:solidFill>
            <a:srgbClr val="2B2739"/>
          </a:solidFill>
          <a:ln w="6350">
            <a:solidFill>
              <a:srgbClr val="33304A"/>
            </a:solidFill>
            <a:prstDash val="solid"/>
          </a:ln>
        </p:spPr>
        <p:txBody>
          <a:bodyPr/>
          <a:lstStyle/>
          <a:p>
            <a:endParaRPr lang="ja-JP" altLang="en-US"/>
          </a:p>
        </p:txBody>
      </p:sp>
      <p:sp>
        <p:nvSpPr>
          <p:cNvPr id="40" name="Shape 38"/>
          <p:cNvSpPr/>
          <p:nvPr/>
        </p:nvSpPr>
        <p:spPr>
          <a:xfrm>
            <a:off x="11049806" y="3017520"/>
            <a:ext cx="346362" cy="1371600"/>
          </a:xfrm>
          <a:prstGeom prst="roundRect">
            <a:avLst>
              <a:gd name="adj" fmla="val 7920"/>
            </a:avLst>
          </a:prstGeom>
          <a:solidFill>
            <a:srgbClr val="2B2739"/>
          </a:solidFill>
          <a:ln w="6350">
            <a:solidFill>
              <a:srgbClr val="33304A"/>
            </a:solidFill>
            <a:prstDash val="solid"/>
          </a:ln>
        </p:spPr>
        <p:txBody>
          <a:bodyPr/>
          <a:lstStyle/>
          <a:p>
            <a:endParaRPr lang="ja-JP" altLang="en-US"/>
          </a:p>
        </p:txBody>
      </p:sp>
      <p:sp>
        <p:nvSpPr>
          <p:cNvPr id="41" name="Shape 39"/>
          <p:cNvSpPr/>
          <p:nvPr/>
        </p:nvSpPr>
        <p:spPr>
          <a:xfrm>
            <a:off x="6564615" y="3017520"/>
            <a:ext cx="218790" cy="850392"/>
          </a:xfrm>
          <a:prstGeom prst="roundRect">
            <a:avLst>
              <a:gd name="adj" fmla="val 20897"/>
            </a:avLst>
          </a:prstGeom>
          <a:solidFill>
            <a:srgbClr val="0C0A12"/>
          </a:solidFill>
          <a:ln w="6350">
            <a:solidFill>
              <a:srgbClr val="14121A"/>
            </a:solidFill>
            <a:prstDash val="solid"/>
          </a:ln>
        </p:spPr>
        <p:txBody>
          <a:bodyPr/>
          <a:lstStyle/>
          <a:p>
            <a:endParaRPr lang="ja-JP" altLang="en-US"/>
          </a:p>
        </p:txBody>
      </p:sp>
      <p:sp>
        <p:nvSpPr>
          <p:cNvPr id="42" name="Shape 40"/>
          <p:cNvSpPr/>
          <p:nvPr/>
        </p:nvSpPr>
        <p:spPr>
          <a:xfrm>
            <a:off x="6929264" y="3017520"/>
            <a:ext cx="218790" cy="850392"/>
          </a:xfrm>
          <a:prstGeom prst="roundRect">
            <a:avLst>
              <a:gd name="adj" fmla="val 20897"/>
            </a:avLst>
          </a:prstGeom>
          <a:solidFill>
            <a:srgbClr val="0C0A12"/>
          </a:solidFill>
          <a:ln w="6350">
            <a:solidFill>
              <a:srgbClr val="14121A"/>
            </a:solidFill>
            <a:prstDash val="solid"/>
          </a:ln>
        </p:spPr>
        <p:txBody>
          <a:bodyPr/>
          <a:lstStyle/>
          <a:p>
            <a:endParaRPr lang="ja-JP" altLang="en-US"/>
          </a:p>
        </p:txBody>
      </p:sp>
      <p:sp>
        <p:nvSpPr>
          <p:cNvPr id="43" name="Shape 41"/>
          <p:cNvSpPr/>
          <p:nvPr/>
        </p:nvSpPr>
        <p:spPr>
          <a:xfrm>
            <a:off x="7658564" y="3017520"/>
            <a:ext cx="218790" cy="850392"/>
          </a:xfrm>
          <a:prstGeom prst="roundRect">
            <a:avLst>
              <a:gd name="adj" fmla="val 20897"/>
            </a:avLst>
          </a:prstGeom>
          <a:solidFill>
            <a:srgbClr val="0C0A12"/>
          </a:solidFill>
          <a:ln w="6350">
            <a:solidFill>
              <a:srgbClr val="14121A"/>
            </a:solidFill>
            <a:prstDash val="solid"/>
          </a:ln>
        </p:spPr>
        <p:txBody>
          <a:bodyPr/>
          <a:lstStyle/>
          <a:p>
            <a:endParaRPr lang="ja-JP" altLang="en-US"/>
          </a:p>
        </p:txBody>
      </p:sp>
      <p:sp>
        <p:nvSpPr>
          <p:cNvPr id="44" name="Shape 42"/>
          <p:cNvSpPr/>
          <p:nvPr/>
        </p:nvSpPr>
        <p:spPr>
          <a:xfrm>
            <a:off x="8023213" y="3017520"/>
            <a:ext cx="218790" cy="850392"/>
          </a:xfrm>
          <a:prstGeom prst="roundRect">
            <a:avLst>
              <a:gd name="adj" fmla="val 20897"/>
            </a:avLst>
          </a:prstGeom>
          <a:solidFill>
            <a:srgbClr val="0C0A12"/>
          </a:solidFill>
          <a:ln w="6350">
            <a:solidFill>
              <a:srgbClr val="14121A"/>
            </a:solidFill>
            <a:prstDash val="solid"/>
          </a:ln>
        </p:spPr>
        <p:txBody>
          <a:bodyPr/>
          <a:lstStyle/>
          <a:p>
            <a:endParaRPr lang="ja-JP" altLang="en-US"/>
          </a:p>
        </p:txBody>
      </p:sp>
      <p:sp>
        <p:nvSpPr>
          <p:cNvPr id="45" name="Shape 43"/>
          <p:cNvSpPr/>
          <p:nvPr/>
        </p:nvSpPr>
        <p:spPr>
          <a:xfrm>
            <a:off x="8387863" y="3017520"/>
            <a:ext cx="218790" cy="850392"/>
          </a:xfrm>
          <a:prstGeom prst="roundRect">
            <a:avLst>
              <a:gd name="adj" fmla="val 20897"/>
            </a:avLst>
          </a:prstGeom>
          <a:solidFill>
            <a:srgbClr val="F472B6"/>
          </a:solidFill>
          <a:ln w="6350">
            <a:solidFill>
              <a:srgbClr val="14121A"/>
            </a:solidFill>
            <a:prstDash val="solid"/>
          </a:ln>
        </p:spPr>
        <p:txBody>
          <a:bodyPr/>
          <a:lstStyle/>
          <a:p>
            <a:endParaRPr lang="ja-JP" altLang="en-US"/>
          </a:p>
        </p:txBody>
      </p:sp>
      <p:sp>
        <p:nvSpPr>
          <p:cNvPr id="46" name="Shape 44"/>
          <p:cNvSpPr/>
          <p:nvPr/>
        </p:nvSpPr>
        <p:spPr>
          <a:xfrm>
            <a:off x="9117162" y="3017520"/>
            <a:ext cx="218790" cy="850392"/>
          </a:xfrm>
          <a:prstGeom prst="roundRect">
            <a:avLst>
              <a:gd name="adj" fmla="val 20897"/>
            </a:avLst>
          </a:prstGeom>
          <a:solidFill>
            <a:srgbClr val="0C0A12"/>
          </a:solidFill>
          <a:ln w="6350">
            <a:solidFill>
              <a:srgbClr val="14121A"/>
            </a:solidFill>
            <a:prstDash val="solid"/>
          </a:ln>
        </p:spPr>
        <p:txBody>
          <a:bodyPr/>
          <a:lstStyle/>
          <a:p>
            <a:endParaRPr lang="ja-JP" altLang="en-US"/>
          </a:p>
        </p:txBody>
      </p:sp>
      <p:sp>
        <p:nvSpPr>
          <p:cNvPr id="47" name="Shape 45"/>
          <p:cNvSpPr/>
          <p:nvPr/>
        </p:nvSpPr>
        <p:spPr>
          <a:xfrm>
            <a:off x="9481812" y="3017520"/>
            <a:ext cx="218790" cy="850392"/>
          </a:xfrm>
          <a:prstGeom prst="roundRect">
            <a:avLst>
              <a:gd name="adj" fmla="val 20897"/>
            </a:avLst>
          </a:prstGeom>
          <a:solidFill>
            <a:srgbClr val="0C0A12"/>
          </a:solidFill>
          <a:ln w="6350">
            <a:solidFill>
              <a:srgbClr val="14121A"/>
            </a:solidFill>
            <a:prstDash val="solid"/>
          </a:ln>
        </p:spPr>
        <p:txBody>
          <a:bodyPr/>
          <a:lstStyle/>
          <a:p>
            <a:endParaRPr lang="ja-JP" altLang="en-US"/>
          </a:p>
        </p:txBody>
      </p:sp>
      <p:sp>
        <p:nvSpPr>
          <p:cNvPr id="48" name="Shape 46"/>
          <p:cNvSpPr/>
          <p:nvPr/>
        </p:nvSpPr>
        <p:spPr>
          <a:xfrm>
            <a:off x="10211111" y="3017520"/>
            <a:ext cx="218790" cy="850392"/>
          </a:xfrm>
          <a:prstGeom prst="roundRect">
            <a:avLst>
              <a:gd name="adj" fmla="val 20897"/>
            </a:avLst>
          </a:prstGeom>
          <a:solidFill>
            <a:srgbClr val="0C0A12"/>
          </a:solidFill>
          <a:ln w="6350">
            <a:solidFill>
              <a:srgbClr val="14121A"/>
            </a:solidFill>
            <a:prstDash val="solid"/>
          </a:ln>
        </p:spPr>
        <p:txBody>
          <a:bodyPr/>
          <a:lstStyle/>
          <a:p>
            <a:endParaRPr lang="ja-JP" altLang="en-US"/>
          </a:p>
        </p:txBody>
      </p:sp>
      <p:sp>
        <p:nvSpPr>
          <p:cNvPr id="49" name="Shape 47"/>
          <p:cNvSpPr/>
          <p:nvPr/>
        </p:nvSpPr>
        <p:spPr>
          <a:xfrm>
            <a:off x="10575761" y="3017520"/>
            <a:ext cx="218790" cy="850392"/>
          </a:xfrm>
          <a:prstGeom prst="roundRect">
            <a:avLst>
              <a:gd name="adj" fmla="val 20897"/>
            </a:avLst>
          </a:prstGeom>
          <a:solidFill>
            <a:srgbClr val="0C0A12"/>
          </a:solidFill>
          <a:ln w="6350">
            <a:solidFill>
              <a:srgbClr val="14121A"/>
            </a:solidFill>
            <a:prstDash val="solid"/>
          </a:ln>
        </p:spPr>
        <p:txBody>
          <a:bodyPr/>
          <a:lstStyle/>
          <a:p>
            <a:endParaRPr lang="ja-JP" altLang="en-US"/>
          </a:p>
        </p:txBody>
      </p:sp>
      <p:sp>
        <p:nvSpPr>
          <p:cNvPr id="50" name="Shape 48"/>
          <p:cNvSpPr/>
          <p:nvPr/>
        </p:nvSpPr>
        <p:spPr>
          <a:xfrm>
            <a:off x="10940411" y="3017520"/>
            <a:ext cx="218790" cy="850392"/>
          </a:xfrm>
          <a:prstGeom prst="roundRect">
            <a:avLst>
              <a:gd name="adj" fmla="val 20897"/>
            </a:avLst>
          </a:prstGeom>
          <a:solidFill>
            <a:srgbClr val="0C0A12"/>
          </a:solidFill>
          <a:ln w="6350">
            <a:solidFill>
              <a:srgbClr val="14121A"/>
            </a:solidFill>
            <a:prstDash val="solid"/>
          </a:ln>
        </p:spPr>
        <p:txBody>
          <a:bodyPr/>
          <a:lstStyle/>
          <a:p>
            <a:endParaRPr lang="ja-JP" altLang="en-US"/>
          </a:p>
        </p:txBody>
      </p:sp>
      <p:sp>
        <p:nvSpPr>
          <p:cNvPr id="51" name="Text 49"/>
          <p:cNvSpPr/>
          <p:nvPr/>
        </p:nvSpPr>
        <p:spPr>
          <a:xfrm>
            <a:off x="6309360" y="4572000"/>
            <a:ext cx="5105095" cy="640080"/>
          </a:xfrm>
          <a:prstGeom prst="rect">
            <a:avLst/>
          </a:prstGeom>
          <a:noFill/>
          <a:ln/>
        </p:spPr>
        <p:txBody>
          <a:bodyPr wrap="square" lIns="0" tIns="0" rIns="0" bIns="0" rtlCol="0" anchor="ctr"/>
          <a:lstStyle/>
          <a:p>
            <a:pPr marL="0" indent="0">
              <a:lnSpc>
                <a:spcPct val="145000"/>
              </a:lnSpc>
              <a:buNone/>
            </a:pPr>
            <a:r>
              <a:rPr lang="en-US" sz="1300" dirty="0">
                <a:solidFill>
                  <a:srgbClr val="A49DBD"/>
                </a:solidFill>
                <a:latin typeface="Arial" pitchFamily="34" charset="0"/>
                <a:ea typeface="Arial" pitchFamily="34" charset="-122"/>
                <a:cs typeface="Arial" pitchFamily="34" charset="-120"/>
              </a:rPr>
              <a:t>積み木・鍵盤・ピアノロール・魔法陣で、同じ音は必ず同じ色。</a:t>
            </a:r>
            <a:endParaRPr lang="en-US" sz="1300" dirty="0"/>
          </a:p>
          <a:p>
            <a:pPr marL="0" indent="0">
              <a:lnSpc>
                <a:spcPct val="145000"/>
              </a:lnSpc>
              <a:buNone/>
            </a:pPr>
            <a:r>
              <a:rPr lang="en-US" sz="1300" dirty="0">
                <a:solidFill>
                  <a:srgbClr val="A49DBD"/>
                </a:solidFill>
                <a:latin typeface="Arial" pitchFamily="34" charset="0"/>
                <a:ea typeface="Arial" pitchFamily="34" charset="-122"/>
                <a:cs typeface="Arial" pitchFamily="34" charset="-120"/>
              </a:rPr>
              <a:t>ページを移っても、色の感覚がそのまま持ち越せます。</a:t>
            </a:r>
            <a:endParaRPr lang="en-US" sz="1300" dirty="0"/>
          </a:p>
        </p:txBody>
      </p:sp>
      <p:sp>
        <p:nvSpPr>
          <p:cNvPr id="52" name="Text 50"/>
          <p:cNvSpPr/>
          <p:nvPr/>
        </p:nvSpPr>
        <p:spPr>
          <a:xfrm>
            <a:off x="6309360" y="5349240"/>
            <a:ext cx="5105095" cy="685800"/>
          </a:xfrm>
          <a:prstGeom prst="rect">
            <a:avLst/>
          </a:prstGeom>
          <a:noFill/>
          <a:ln/>
        </p:spPr>
        <p:txBody>
          <a:bodyPr wrap="square" lIns="0" tIns="0" rIns="0" bIns="0" rtlCol="0" anchor="ctr"/>
          <a:lstStyle/>
          <a:p>
            <a:pPr marL="0" indent="0">
              <a:lnSpc>
                <a:spcPct val="145000"/>
              </a:lnSpc>
              <a:buNone/>
            </a:pPr>
            <a:r>
              <a:rPr lang="en-US" sz="1300" dirty="0">
                <a:solidFill>
                  <a:srgbClr val="A49DBD"/>
                </a:solidFill>
                <a:latin typeface="Arial" pitchFamily="34" charset="0"/>
                <a:ea typeface="Arial" pitchFamily="34" charset="-122"/>
                <a:cs typeface="Arial" pitchFamily="34" charset="-120"/>
              </a:rPr>
              <a:t>積み木は固定のデモではありません。選んだ基礎音とコードタイプから毎回計算しているので、どのコードを選んでも同じように動きます。</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21A"/>
        </a:solidFill>
        <a:effectLst/>
      </p:bgPr>
    </p:bg>
    <p:spTree>
      <p:nvGrpSpPr>
        <p:cNvPr id="1" name=""/>
        <p:cNvGrpSpPr/>
        <p:nvPr/>
      </p:nvGrpSpPr>
      <p:grpSpPr>
        <a:xfrm>
          <a:off x="0" y="0"/>
          <a:ext cx="0" cy="0"/>
          <a:chOff x="0" y="0"/>
          <a:chExt cx="0" cy="0"/>
        </a:xfrm>
      </p:grpSpPr>
      <p:sp>
        <p:nvSpPr>
          <p:cNvPr id="2" name="Text 0"/>
          <p:cNvSpPr/>
          <p:nvPr/>
        </p:nvSpPr>
        <p:spPr>
          <a:xfrm>
            <a:off x="777240" y="420624"/>
            <a:ext cx="10637215" cy="256032"/>
          </a:xfrm>
          <a:prstGeom prst="rect">
            <a:avLst/>
          </a:prstGeom>
          <a:noFill/>
          <a:ln/>
        </p:spPr>
        <p:txBody>
          <a:bodyPr wrap="square" lIns="0" tIns="0" rIns="0" bIns="0" rtlCol="0" anchor="ctr"/>
          <a:lstStyle/>
          <a:p>
            <a:pPr marL="0" indent="0">
              <a:buNone/>
            </a:pPr>
            <a:r>
              <a:rPr lang="en-US" sz="1150" b="1" kern="0" spc="350" dirty="0">
                <a:solidFill>
                  <a:srgbClr val="6D8DFF"/>
                </a:solidFill>
                <a:latin typeface="Arial" pitchFamily="34" charset="0"/>
                <a:ea typeface="Arial" pitchFamily="34" charset="-122"/>
                <a:cs typeface="Arial" pitchFamily="34" charset="-120"/>
              </a:rPr>
              <a:t>機能 02 ／ 作曲</a:t>
            </a:r>
            <a:endParaRPr lang="en-US" sz="1150" dirty="0"/>
          </a:p>
        </p:txBody>
      </p:sp>
      <p:sp>
        <p:nvSpPr>
          <p:cNvPr id="3" name="Text 1"/>
          <p:cNvSpPr/>
          <p:nvPr/>
        </p:nvSpPr>
        <p:spPr>
          <a:xfrm>
            <a:off x="777240" y="749808"/>
            <a:ext cx="10637215" cy="640080"/>
          </a:xfrm>
          <a:prstGeom prst="rect">
            <a:avLst/>
          </a:prstGeom>
          <a:noFill/>
          <a:ln/>
        </p:spPr>
        <p:txBody>
          <a:bodyPr wrap="square" lIns="0" tIns="0" rIns="0" bIns="0" rtlCol="0" anchor="t"/>
          <a:lstStyle/>
          <a:p>
            <a:pPr marL="0" indent="0">
              <a:buNone/>
            </a:pPr>
            <a:r>
              <a:rPr lang="en-US" sz="3200" b="1" dirty="0">
                <a:solidFill>
                  <a:srgbClr val="ECE9F5"/>
                </a:solidFill>
                <a:latin typeface="Arial" pitchFamily="34" charset="0"/>
                <a:ea typeface="Arial" pitchFamily="34" charset="-122"/>
                <a:cs typeface="Arial" pitchFamily="34" charset="-120"/>
              </a:rPr>
              <a:t>ベースを足すと、急に「曲」になる。</a:t>
            </a:r>
            <a:endParaRPr lang="en-US" sz="3200" dirty="0"/>
          </a:p>
        </p:txBody>
      </p:sp>
      <p:sp>
        <p:nvSpPr>
          <p:cNvPr id="4" name="Text 2"/>
          <p:cNvSpPr/>
          <p:nvPr/>
        </p:nvSpPr>
        <p:spPr>
          <a:xfrm>
            <a:off x="777240" y="1572768"/>
            <a:ext cx="10637215" cy="365760"/>
          </a:xfrm>
          <a:prstGeom prst="rect">
            <a:avLst/>
          </a:prstGeom>
          <a:noFill/>
          <a:ln/>
        </p:spPr>
        <p:txBody>
          <a:bodyPr wrap="square" lIns="0" tIns="0" rIns="0" bIns="0" rtlCol="0" anchor="ctr"/>
          <a:lstStyle/>
          <a:p>
            <a:pPr marL="0" indent="0">
              <a:buNone/>
            </a:pPr>
            <a:r>
              <a:rPr lang="en-US" sz="1400" dirty="0">
                <a:solidFill>
                  <a:srgbClr val="A49DBD"/>
                </a:solidFill>
                <a:latin typeface="Arial" pitchFamily="34" charset="0"/>
                <a:ea typeface="Arial" pitchFamily="34" charset="-122"/>
                <a:cs typeface="Arial" pitchFamily="34" charset="-120"/>
              </a:rPr>
              <a:t>前回できなかった「曲になっていく実感」を担当する画面です。コード・メロディ・ベースの3トラックを同時に鳴らします。</a:t>
            </a:r>
            <a:endParaRPr lang="en-US" sz="1400" dirty="0"/>
          </a:p>
        </p:txBody>
      </p:sp>
      <p:sp>
        <p:nvSpPr>
          <p:cNvPr id="5" name="Shape 3"/>
          <p:cNvSpPr/>
          <p:nvPr/>
        </p:nvSpPr>
        <p:spPr>
          <a:xfrm>
            <a:off x="1828800" y="2194560"/>
            <a:ext cx="9585655" cy="2148840"/>
          </a:xfrm>
          <a:prstGeom prst="roundRect">
            <a:avLst>
              <a:gd name="adj" fmla="val 2128"/>
            </a:avLst>
          </a:prstGeom>
          <a:solidFill>
            <a:srgbClr val="1D1A26"/>
          </a:solidFill>
          <a:ln w="12700">
            <a:solidFill>
              <a:srgbClr val="33304A"/>
            </a:solidFill>
            <a:prstDash val="solid"/>
          </a:ln>
        </p:spPr>
        <p:txBody>
          <a:bodyPr/>
          <a:lstStyle/>
          <a:p>
            <a:endParaRPr lang="ja-JP" altLang="en-US"/>
          </a:p>
        </p:txBody>
      </p:sp>
      <p:sp>
        <p:nvSpPr>
          <p:cNvPr id="6" name="Shape 4"/>
          <p:cNvSpPr/>
          <p:nvPr/>
        </p:nvSpPr>
        <p:spPr>
          <a:xfrm>
            <a:off x="1965960" y="2501537"/>
            <a:ext cx="9311335" cy="9144"/>
          </a:xfrm>
          <a:prstGeom prst="rect">
            <a:avLst/>
          </a:prstGeom>
          <a:solidFill>
            <a:srgbClr val="262233"/>
          </a:solidFill>
          <a:ln/>
        </p:spPr>
        <p:txBody>
          <a:bodyPr/>
          <a:lstStyle/>
          <a:p>
            <a:endParaRPr lang="ja-JP" altLang="en-US"/>
          </a:p>
        </p:txBody>
      </p:sp>
      <p:sp>
        <p:nvSpPr>
          <p:cNvPr id="7" name="Shape 5"/>
          <p:cNvSpPr/>
          <p:nvPr/>
        </p:nvSpPr>
        <p:spPr>
          <a:xfrm>
            <a:off x="1965960" y="2808514"/>
            <a:ext cx="9311335" cy="9144"/>
          </a:xfrm>
          <a:prstGeom prst="rect">
            <a:avLst/>
          </a:prstGeom>
          <a:solidFill>
            <a:srgbClr val="262233"/>
          </a:solidFill>
          <a:ln/>
        </p:spPr>
        <p:txBody>
          <a:bodyPr/>
          <a:lstStyle/>
          <a:p>
            <a:endParaRPr lang="ja-JP" altLang="en-US"/>
          </a:p>
        </p:txBody>
      </p:sp>
      <p:sp>
        <p:nvSpPr>
          <p:cNvPr id="8" name="Shape 6"/>
          <p:cNvSpPr/>
          <p:nvPr/>
        </p:nvSpPr>
        <p:spPr>
          <a:xfrm>
            <a:off x="1965960" y="3115491"/>
            <a:ext cx="9311335" cy="9144"/>
          </a:xfrm>
          <a:prstGeom prst="rect">
            <a:avLst/>
          </a:prstGeom>
          <a:solidFill>
            <a:srgbClr val="262233"/>
          </a:solidFill>
          <a:ln/>
        </p:spPr>
        <p:txBody>
          <a:bodyPr/>
          <a:lstStyle/>
          <a:p>
            <a:endParaRPr lang="ja-JP" altLang="en-US"/>
          </a:p>
        </p:txBody>
      </p:sp>
      <p:sp>
        <p:nvSpPr>
          <p:cNvPr id="9" name="Shape 7"/>
          <p:cNvSpPr/>
          <p:nvPr/>
        </p:nvSpPr>
        <p:spPr>
          <a:xfrm>
            <a:off x="1965960" y="3422469"/>
            <a:ext cx="9311335" cy="9144"/>
          </a:xfrm>
          <a:prstGeom prst="rect">
            <a:avLst/>
          </a:prstGeom>
          <a:solidFill>
            <a:srgbClr val="262233"/>
          </a:solidFill>
          <a:ln/>
        </p:spPr>
        <p:txBody>
          <a:bodyPr/>
          <a:lstStyle/>
          <a:p>
            <a:endParaRPr lang="ja-JP" altLang="en-US"/>
          </a:p>
        </p:txBody>
      </p:sp>
      <p:sp>
        <p:nvSpPr>
          <p:cNvPr id="10" name="Shape 8"/>
          <p:cNvSpPr/>
          <p:nvPr/>
        </p:nvSpPr>
        <p:spPr>
          <a:xfrm>
            <a:off x="1965960" y="3729446"/>
            <a:ext cx="9311335" cy="9144"/>
          </a:xfrm>
          <a:prstGeom prst="rect">
            <a:avLst/>
          </a:prstGeom>
          <a:solidFill>
            <a:srgbClr val="262233"/>
          </a:solidFill>
          <a:ln/>
        </p:spPr>
        <p:txBody>
          <a:bodyPr/>
          <a:lstStyle/>
          <a:p>
            <a:endParaRPr lang="ja-JP" altLang="en-US"/>
          </a:p>
        </p:txBody>
      </p:sp>
      <p:sp>
        <p:nvSpPr>
          <p:cNvPr id="11" name="Shape 9"/>
          <p:cNvSpPr/>
          <p:nvPr/>
        </p:nvSpPr>
        <p:spPr>
          <a:xfrm>
            <a:off x="1965960" y="4036423"/>
            <a:ext cx="9311335" cy="9144"/>
          </a:xfrm>
          <a:prstGeom prst="rect">
            <a:avLst/>
          </a:prstGeom>
          <a:solidFill>
            <a:srgbClr val="262233"/>
          </a:solidFill>
          <a:ln/>
        </p:spPr>
        <p:txBody>
          <a:bodyPr/>
          <a:lstStyle/>
          <a:p>
            <a:endParaRPr lang="ja-JP" altLang="en-US"/>
          </a:p>
        </p:txBody>
      </p:sp>
      <p:sp>
        <p:nvSpPr>
          <p:cNvPr id="12" name="Shape 10"/>
          <p:cNvSpPr/>
          <p:nvPr/>
        </p:nvSpPr>
        <p:spPr>
          <a:xfrm>
            <a:off x="4225214" y="2304288"/>
            <a:ext cx="9144" cy="1929384"/>
          </a:xfrm>
          <a:prstGeom prst="rect">
            <a:avLst/>
          </a:prstGeom>
          <a:solidFill>
            <a:srgbClr val="262233"/>
          </a:solidFill>
          <a:ln/>
        </p:spPr>
        <p:txBody>
          <a:bodyPr/>
          <a:lstStyle/>
          <a:p>
            <a:endParaRPr lang="ja-JP" altLang="en-US"/>
          </a:p>
        </p:txBody>
      </p:sp>
      <p:sp>
        <p:nvSpPr>
          <p:cNvPr id="13" name="Shape 11"/>
          <p:cNvSpPr/>
          <p:nvPr/>
        </p:nvSpPr>
        <p:spPr>
          <a:xfrm>
            <a:off x="6621628" y="2304288"/>
            <a:ext cx="9144" cy="1929384"/>
          </a:xfrm>
          <a:prstGeom prst="rect">
            <a:avLst/>
          </a:prstGeom>
          <a:solidFill>
            <a:srgbClr val="262233"/>
          </a:solidFill>
          <a:ln/>
        </p:spPr>
        <p:txBody>
          <a:bodyPr/>
          <a:lstStyle/>
          <a:p>
            <a:endParaRPr lang="ja-JP" altLang="en-US"/>
          </a:p>
        </p:txBody>
      </p:sp>
      <p:sp>
        <p:nvSpPr>
          <p:cNvPr id="14" name="Shape 12"/>
          <p:cNvSpPr/>
          <p:nvPr/>
        </p:nvSpPr>
        <p:spPr>
          <a:xfrm>
            <a:off x="9018041" y="2304288"/>
            <a:ext cx="9144" cy="1929384"/>
          </a:xfrm>
          <a:prstGeom prst="rect">
            <a:avLst/>
          </a:prstGeom>
          <a:solidFill>
            <a:srgbClr val="262233"/>
          </a:solidFill>
          <a:ln/>
        </p:spPr>
        <p:txBody>
          <a:bodyPr/>
          <a:lstStyle/>
          <a:p>
            <a:endParaRPr lang="ja-JP" altLang="en-US"/>
          </a:p>
        </p:txBody>
      </p:sp>
      <p:sp>
        <p:nvSpPr>
          <p:cNvPr id="15" name="Shape 13"/>
          <p:cNvSpPr/>
          <p:nvPr/>
        </p:nvSpPr>
        <p:spPr>
          <a:xfrm>
            <a:off x="2139385" y="2547257"/>
            <a:ext cx="1921548" cy="206393"/>
          </a:xfrm>
          <a:prstGeom prst="roundRect">
            <a:avLst>
              <a:gd name="adj" fmla="val 132911"/>
            </a:avLst>
          </a:prstGeom>
          <a:solidFill>
            <a:srgbClr val="35C7D9"/>
          </a:solidFill>
          <a:ln/>
        </p:spPr>
        <p:txBody>
          <a:bodyPr/>
          <a:lstStyle/>
          <a:p>
            <a:endParaRPr lang="ja-JP" altLang="en-US"/>
          </a:p>
        </p:txBody>
      </p:sp>
      <p:sp>
        <p:nvSpPr>
          <p:cNvPr id="16" name="Shape 14"/>
          <p:cNvSpPr/>
          <p:nvPr/>
        </p:nvSpPr>
        <p:spPr>
          <a:xfrm>
            <a:off x="4535799" y="2240280"/>
            <a:ext cx="1921548" cy="206393"/>
          </a:xfrm>
          <a:prstGeom prst="roundRect">
            <a:avLst>
              <a:gd name="adj" fmla="val 132911"/>
            </a:avLst>
          </a:prstGeom>
          <a:solidFill>
            <a:srgbClr val="35C7D9"/>
          </a:solidFill>
          <a:ln/>
        </p:spPr>
        <p:txBody>
          <a:bodyPr/>
          <a:lstStyle/>
          <a:p>
            <a:endParaRPr lang="ja-JP" altLang="en-US"/>
          </a:p>
        </p:txBody>
      </p:sp>
      <p:sp>
        <p:nvSpPr>
          <p:cNvPr id="17" name="Shape 15"/>
          <p:cNvSpPr/>
          <p:nvPr/>
        </p:nvSpPr>
        <p:spPr>
          <a:xfrm>
            <a:off x="6932213" y="2854234"/>
            <a:ext cx="1921548" cy="206393"/>
          </a:xfrm>
          <a:prstGeom prst="roundRect">
            <a:avLst>
              <a:gd name="adj" fmla="val 132911"/>
            </a:avLst>
          </a:prstGeom>
          <a:solidFill>
            <a:srgbClr val="35C7D9"/>
          </a:solidFill>
          <a:ln/>
        </p:spPr>
        <p:txBody>
          <a:bodyPr/>
          <a:lstStyle/>
          <a:p>
            <a:endParaRPr lang="ja-JP" altLang="en-US"/>
          </a:p>
        </p:txBody>
      </p:sp>
      <p:sp>
        <p:nvSpPr>
          <p:cNvPr id="18" name="Shape 16"/>
          <p:cNvSpPr/>
          <p:nvPr/>
        </p:nvSpPr>
        <p:spPr>
          <a:xfrm>
            <a:off x="9328627" y="2547257"/>
            <a:ext cx="1921548" cy="206393"/>
          </a:xfrm>
          <a:prstGeom prst="roundRect">
            <a:avLst>
              <a:gd name="adj" fmla="val 132911"/>
            </a:avLst>
          </a:prstGeom>
          <a:solidFill>
            <a:srgbClr val="35C7D9"/>
          </a:solidFill>
          <a:ln/>
        </p:spPr>
        <p:txBody>
          <a:bodyPr/>
          <a:lstStyle/>
          <a:p>
            <a:endParaRPr lang="ja-JP" altLang="en-US"/>
          </a:p>
        </p:txBody>
      </p:sp>
      <p:sp>
        <p:nvSpPr>
          <p:cNvPr id="19" name="Shape 17"/>
          <p:cNvSpPr/>
          <p:nvPr/>
        </p:nvSpPr>
        <p:spPr>
          <a:xfrm>
            <a:off x="2139385" y="3161211"/>
            <a:ext cx="1921548" cy="206393"/>
          </a:xfrm>
          <a:prstGeom prst="roundRect">
            <a:avLst>
              <a:gd name="adj" fmla="val 132911"/>
            </a:avLst>
          </a:prstGeom>
          <a:solidFill>
            <a:srgbClr val="6D8DFF"/>
          </a:solidFill>
          <a:ln/>
        </p:spPr>
        <p:txBody>
          <a:bodyPr/>
          <a:lstStyle/>
          <a:p>
            <a:endParaRPr lang="ja-JP" altLang="en-US"/>
          </a:p>
        </p:txBody>
      </p:sp>
      <p:sp>
        <p:nvSpPr>
          <p:cNvPr id="20" name="Shape 18"/>
          <p:cNvSpPr/>
          <p:nvPr/>
        </p:nvSpPr>
        <p:spPr>
          <a:xfrm>
            <a:off x="2139385" y="3468189"/>
            <a:ext cx="1921548" cy="206393"/>
          </a:xfrm>
          <a:prstGeom prst="roundRect">
            <a:avLst>
              <a:gd name="adj" fmla="val 132911"/>
            </a:avLst>
          </a:prstGeom>
          <a:solidFill>
            <a:srgbClr val="4ADE80"/>
          </a:solidFill>
          <a:ln/>
        </p:spPr>
        <p:txBody>
          <a:bodyPr/>
          <a:lstStyle/>
          <a:p>
            <a:endParaRPr lang="ja-JP" altLang="en-US"/>
          </a:p>
        </p:txBody>
      </p:sp>
      <p:sp>
        <p:nvSpPr>
          <p:cNvPr id="21" name="Shape 19"/>
          <p:cNvSpPr/>
          <p:nvPr/>
        </p:nvSpPr>
        <p:spPr>
          <a:xfrm>
            <a:off x="2139385" y="3775166"/>
            <a:ext cx="1921548" cy="206393"/>
          </a:xfrm>
          <a:prstGeom prst="roundRect">
            <a:avLst>
              <a:gd name="adj" fmla="val 132911"/>
            </a:avLst>
          </a:prstGeom>
          <a:solidFill>
            <a:srgbClr val="F0A63C"/>
          </a:solidFill>
          <a:ln/>
        </p:spPr>
        <p:txBody>
          <a:bodyPr/>
          <a:lstStyle/>
          <a:p>
            <a:endParaRPr lang="ja-JP" altLang="en-US"/>
          </a:p>
        </p:txBody>
      </p:sp>
      <p:sp>
        <p:nvSpPr>
          <p:cNvPr id="22" name="Shape 20"/>
          <p:cNvSpPr/>
          <p:nvPr/>
        </p:nvSpPr>
        <p:spPr>
          <a:xfrm>
            <a:off x="4535799" y="3161211"/>
            <a:ext cx="1921548" cy="206393"/>
          </a:xfrm>
          <a:prstGeom prst="roundRect">
            <a:avLst>
              <a:gd name="adj" fmla="val 132911"/>
            </a:avLst>
          </a:prstGeom>
          <a:solidFill>
            <a:srgbClr val="6D8DFF"/>
          </a:solidFill>
          <a:ln/>
        </p:spPr>
        <p:txBody>
          <a:bodyPr/>
          <a:lstStyle/>
          <a:p>
            <a:endParaRPr lang="ja-JP" altLang="en-US"/>
          </a:p>
        </p:txBody>
      </p:sp>
      <p:sp>
        <p:nvSpPr>
          <p:cNvPr id="23" name="Shape 21"/>
          <p:cNvSpPr/>
          <p:nvPr/>
        </p:nvSpPr>
        <p:spPr>
          <a:xfrm>
            <a:off x="4535799" y="3468189"/>
            <a:ext cx="1921548" cy="206393"/>
          </a:xfrm>
          <a:prstGeom prst="roundRect">
            <a:avLst>
              <a:gd name="adj" fmla="val 132911"/>
            </a:avLst>
          </a:prstGeom>
          <a:solidFill>
            <a:srgbClr val="4ADE80"/>
          </a:solidFill>
          <a:ln/>
        </p:spPr>
        <p:txBody>
          <a:bodyPr/>
          <a:lstStyle/>
          <a:p>
            <a:endParaRPr lang="ja-JP" altLang="en-US"/>
          </a:p>
        </p:txBody>
      </p:sp>
      <p:sp>
        <p:nvSpPr>
          <p:cNvPr id="24" name="Shape 22"/>
          <p:cNvSpPr/>
          <p:nvPr/>
        </p:nvSpPr>
        <p:spPr>
          <a:xfrm>
            <a:off x="4535799" y="3775166"/>
            <a:ext cx="1921548" cy="206393"/>
          </a:xfrm>
          <a:prstGeom prst="roundRect">
            <a:avLst>
              <a:gd name="adj" fmla="val 132911"/>
            </a:avLst>
          </a:prstGeom>
          <a:solidFill>
            <a:srgbClr val="F0A63C"/>
          </a:solidFill>
          <a:ln/>
        </p:spPr>
        <p:txBody>
          <a:bodyPr/>
          <a:lstStyle/>
          <a:p>
            <a:endParaRPr lang="ja-JP" altLang="en-US"/>
          </a:p>
        </p:txBody>
      </p:sp>
      <p:sp>
        <p:nvSpPr>
          <p:cNvPr id="25" name="Shape 23"/>
          <p:cNvSpPr/>
          <p:nvPr/>
        </p:nvSpPr>
        <p:spPr>
          <a:xfrm>
            <a:off x="6932213" y="3161211"/>
            <a:ext cx="1921548" cy="206393"/>
          </a:xfrm>
          <a:prstGeom prst="roundRect">
            <a:avLst>
              <a:gd name="adj" fmla="val 132911"/>
            </a:avLst>
          </a:prstGeom>
          <a:solidFill>
            <a:srgbClr val="6D8DFF"/>
          </a:solidFill>
          <a:ln/>
        </p:spPr>
        <p:txBody>
          <a:bodyPr/>
          <a:lstStyle/>
          <a:p>
            <a:endParaRPr lang="ja-JP" altLang="en-US"/>
          </a:p>
        </p:txBody>
      </p:sp>
      <p:sp>
        <p:nvSpPr>
          <p:cNvPr id="26" name="Shape 24"/>
          <p:cNvSpPr/>
          <p:nvPr/>
        </p:nvSpPr>
        <p:spPr>
          <a:xfrm>
            <a:off x="6932213" y="3468189"/>
            <a:ext cx="1921548" cy="206393"/>
          </a:xfrm>
          <a:prstGeom prst="roundRect">
            <a:avLst>
              <a:gd name="adj" fmla="val 132911"/>
            </a:avLst>
          </a:prstGeom>
          <a:solidFill>
            <a:srgbClr val="4ADE80"/>
          </a:solidFill>
          <a:ln/>
        </p:spPr>
        <p:txBody>
          <a:bodyPr/>
          <a:lstStyle/>
          <a:p>
            <a:endParaRPr lang="ja-JP" altLang="en-US"/>
          </a:p>
        </p:txBody>
      </p:sp>
      <p:sp>
        <p:nvSpPr>
          <p:cNvPr id="27" name="Shape 25"/>
          <p:cNvSpPr/>
          <p:nvPr/>
        </p:nvSpPr>
        <p:spPr>
          <a:xfrm>
            <a:off x="6932213" y="3775166"/>
            <a:ext cx="1921548" cy="206393"/>
          </a:xfrm>
          <a:prstGeom prst="roundRect">
            <a:avLst>
              <a:gd name="adj" fmla="val 132911"/>
            </a:avLst>
          </a:prstGeom>
          <a:solidFill>
            <a:srgbClr val="F472B6"/>
          </a:solidFill>
          <a:ln/>
        </p:spPr>
        <p:txBody>
          <a:bodyPr/>
          <a:lstStyle/>
          <a:p>
            <a:endParaRPr lang="ja-JP" altLang="en-US"/>
          </a:p>
        </p:txBody>
      </p:sp>
      <p:sp>
        <p:nvSpPr>
          <p:cNvPr id="28" name="Shape 26"/>
          <p:cNvSpPr/>
          <p:nvPr/>
        </p:nvSpPr>
        <p:spPr>
          <a:xfrm>
            <a:off x="9328627" y="3161211"/>
            <a:ext cx="1921548" cy="206393"/>
          </a:xfrm>
          <a:prstGeom prst="roundRect">
            <a:avLst>
              <a:gd name="adj" fmla="val 132911"/>
            </a:avLst>
          </a:prstGeom>
          <a:solidFill>
            <a:srgbClr val="6D8DFF"/>
          </a:solidFill>
          <a:ln/>
        </p:spPr>
        <p:txBody>
          <a:bodyPr/>
          <a:lstStyle/>
          <a:p>
            <a:endParaRPr lang="ja-JP" altLang="en-US"/>
          </a:p>
        </p:txBody>
      </p:sp>
      <p:sp>
        <p:nvSpPr>
          <p:cNvPr id="29" name="Shape 27"/>
          <p:cNvSpPr/>
          <p:nvPr/>
        </p:nvSpPr>
        <p:spPr>
          <a:xfrm>
            <a:off x="9328627" y="3468189"/>
            <a:ext cx="1921548" cy="206393"/>
          </a:xfrm>
          <a:prstGeom prst="roundRect">
            <a:avLst>
              <a:gd name="adj" fmla="val 132911"/>
            </a:avLst>
          </a:prstGeom>
          <a:solidFill>
            <a:srgbClr val="4ADE80"/>
          </a:solidFill>
          <a:ln/>
        </p:spPr>
        <p:txBody>
          <a:bodyPr/>
          <a:lstStyle/>
          <a:p>
            <a:endParaRPr lang="ja-JP" altLang="en-US"/>
          </a:p>
        </p:txBody>
      </p:sp>
      <p:sp>
        <p:nvSpPr>
          <p:cNvPr id="30" name="Shape 28"/>
          <p:cNvSpPr/>
          <p:nvPr/>
        </p:nvSpPr>
        <p:spPr>
          <a:xfrm>
            <a:off x="9328627" y="3775166"/>
            <a:ext cx="1921548" cy="206393"/>
          </a:xfrm>
          <a:prstGeom prst="roundRect">
            <a:avLst>
              <a:gd name="adj" fmla="val 132911"/>
            </a:avLst>
          </a:prstGeom>
          <a:solidFill>
            <a:srgbClr val="F0A63C"/>
          </a:solidFill>
          <a:ln/>
        </p:spPr>
        <p:txBody>
          <a:bodyPr/>
          <a:lstStyle/>
          <a:p>
            <a:endParaRPr lang="ja-JP" altLang="en-US"/>
          </a:p>
        </p:txBody>
      </p:sp>
      <p:sp>
        <p:nvSpPr>
          <p:cNvPr id="31" name="Shape 29"/>
          <p:cNvSpPr/>
          <p:nvPr/>
        </p:nvSpPr>
        <p:spPr>
          <a:xfrm>
            <a:off x="2139385" y="4082143"/>
            <a:ext cx="1921548" cy="206393"/>
          </a:xfrm>
          <a:prstGeom prst="roundRect">
            <a:avLst>
              <a:gd name="adj" fmla="val 132911"/>
            </a:avLst>
          </a:prstGeom>
          <a:solidFill>
            <a:srgbClr val="B39BFF"/>
          </a:solidFill>
          <a:ln/>
        </p:spPr>
        <p:txBody>
          <a:bodyPr/>
          <a:lstStyle/>
          <a:p>
            <a:endParaRPr lang="ja-JP" altLang="en-US"/>
          </a:p>
        </p:txBody>
      </p:sp>
      <p:sp>
        <p:nvSpPr>
          <p:cNvPr id="32" name="Shape 30"/>
          <p:cNvSpPr/>
          <p:nvPr/>
        </p:nvSpPr>
        <p:spPr>
          <a:xfrm>
            <a:off x="4535799" y="4082143"/>
            <a:ext cx="1921548" cy="206393"/>
          </a:xfrm>
          <a:prstGeom prst="roundRect">
            <a:avLst>
              <a:gd name="adj" fmla="val 132911"/>
            </a:avLst>
          </a:prstGeom>
          <a:solidFill>
            <a:srgbClr val="B39BFF"/>
          </a:solidFill>
          <a:ln/>
        </p:spPr>
        <p:txBody>
          <a:bodyPr/>
          <a:lstStyle/>
          <a:p>
            <a:endParaRPr lang="ja-JP" altLang="en-US"/>
          </a:p>
        </p:txBody>
      </p:sp>
      <p:sp>
        <p:nvSpPr>
          <p:cNvPr id="33" name="Shape 31"/>
          <p:cNvSpPr/>
          <p:nvPr/>
        </p:nvSpPr>
        <p:spPr>
          <a:xfrm>
            <a:off x="6932213" y="4082143"/>
            <a:ext cx="1921548" cy="206393"/>
          </a:xfrm>
          <a:prstGeom prst="roundRect">
            <a:avLst>
              <a:gd name="adj" fmla="val 132911"/>
            </a:avLst>
          </a:prstGeom>
          <a:solidFill>
            <a:srgbClr val="B39BFF"/>
          </a:solidFill>
          <a:ln/>
        </p:spPr>
        <p:txBody>
          <a:bodyPr/>
          <a:lstStyle/>
          <a:p>
            <a:endParaRPr lang="ja-JP" altLang="en-US"/>
          </a:p>
        </p:txBody>
      </p:sp>
      <p:sp>
        <p:nvSpPr>
          <p:cNvPr id="34" name="Shape 32"/>
          <p:cNvSpPr/>
          <p:nvPr/>
        </p:nvSpPr>
        <p:spPr>
          <a:xfrm>
            <a:off x="9328627" y="4082143"/>
            <a:ext cx="1921548" cy="206393"/>
          </a:xfrm>
          <a:prstGeom prst="roundRect">
            <a:avLst>
              <a:gd name="adj" fmla="val 132911"/>
            </a:avLst>
          </a:prstGeom>
          <a:solidFill>
            <a:srgbClr val="B39BFF"/>
          </a:solidFill>
          <a:ln/>
        </p:spPr>
        <p:txBody>
          <a:bodyPr/>
          <a:lstStyle/>
          <a:p>
            <a:endParaRPr lang="ja-JP" altLang="en-US"/>
          </a:p>
        </p:txBody>
      </p:sp>
      <p:sp>
        <p:nvSpPr>
          <p:cNvPr id="35" name="Shape 33"/>
          <p:cNvSpPr/>
          <p:nvPr/>
        </p:nvSpPr>
        <p:spPr>
          <a:xfrm>
            <a:off x="777240" y="2240280"/>
            <a:ext cx="914400" cy="829491"/>
          </a:xfrm>
          <a:prstGeom prst="roundRect">
            <a:avLst>
              <a:gd name="adj" fmla="val 6614"/>
            </a:avLst>
          </a:prstGeom>
          <a:solidFill>
            <a:srgbClr val="262233"/>
          </a:solidFill>
          <a:ln/>
        </p:spPr>
        <p:txBody>
          <a:bodyPr/>
          <a:lstStyle/>
          <a:p>
            <a:endParaRPr lang="ja-JP" altLang="en-US"/>
          </a:p>
        </p:txBody>
      </p:sp>
      <p:sp>
        <p:nvSpPr>
          <p:cNvPr id="36" name="Text 34"/>
          <p:cNvSpPr/>
          <p:nvPr/>
        </p:nvSpPr>
        <p:spPr>
          <a:xfrm>
            <a:off x="777240" y="2240280"/>
            <a:ext cx="914400" cy="829491"/>
          </a:xfrm>
          <a:prstGeom prst="rect">
            <a:avLst/>
          </a:prstGeom>
          <a:noFill/>
          <a:ln/>
        </p:spPr>
        <p:txBody>
          <a:bodyPr wrap="square" lIns="0" tIns="0" rIns="0" bIns="0" rtlCol="0" anchor="ctr"/>
          <a:lstStyle/>
          <a:p>
            <a:pPr marL="0" indent="0" algn="ctr">
              <a:buNone/>
            </a:pPr>
            <a:r>
              <a:rPr lang="en-US" sz="1100" dirty="0">
                <a:solidFill>
                  <a:srgbClr val="A49DBD"/>
                </a:solidFill>
                <a:latin typeface="Arial" pitchFamily="34" charset="0"/>
                <a:ea typeface="Arial" pitchFamily="34" charset="-122"/>
                <a:cs typeface="Arial" pitchFamily="34" charset="-120"/>
              </a:rPr>
              <a:t>メロディ</a:t>
            </a:r>
            <a:endParaRPr lang="en-US" sz="1100" dirty="0"/>
          </a:p>
        </p:txBody>
      </p:sp>
      <p:sp>
        <p:nvSpPr>
          <p:cNvPr id="37" name="Shape 35"/>
          <p:cNvSpPr/>
          <p:nvPr/>
        </p:nvSpPr>
        <p:spPr>
          <a:xfrm>
            <a:off x="777240" y="3161211"/>
            <a:ext cx="914400" cy="829491"/>
          </a:xfrm>
          <a:prstGeom prst="roundRect">
            <a:avLst>
              <a:gd name="adj" fmla="val 6614"/>
            </a:avLst>
          </a:prstGeom>
          <a:solidFill>
            <a:srgbClr val="262233"/>
          </a:solidFill>
          <a:ln/>
        </p:spPr>
        <p:txBody>
          <a:bodyPr/>
          <a:lstStyle/>
          <a:p>
            <a:endParaRPr lang="ja-JP" altLang="en-US"/>
          </a:p>
        </p:txBody>
      </p:sp>
      <p:sp>
        <p:nvSpPr>
          <p:cNvPr id="38" name="Text 36"/>
          <p:cNvSpPr/>
          <p:nvPr/>
        </p:nvSpPr>
        <p:spPr>
          <a:xfrm>
            <a:off x="777240" y="3161211"/>
            <a:ext cx="914400" cy="829491"/>
          </a:xfrm>
          <a:prstGeom prst="rect">
            <a:avLst/>
          </a:prstGeom>
          <a:noFill/>
          <a:ln/>
        </p:spPr>
        <p:txBody>
          <a:bodyPr wrap="square" lIns="0" tIns="0" rIns="0" bIns="0" rtlCol="0" anchor="ctr"/>
          <a:lstStyle/>
          <a:p>
            <a:pPr marL="0" indent="0" algn="ctr">
              <a:buNone/>
            </a:pPr>
            <a:r>
              <a:rPr lang="en-US" sz="1100" dirty="0">
                <a:solidFill>
                  <a:srgbClr val="A49DBD"/>
                </a:solidFill>
                <a:latin typeface="Arial" pitchFamily="34" charset="0"/>
                <a:ea typeface="Arial" pitchFamily="34" charset="-122"/>
                <a:cs typeface="Arial" pitchFamily="34" charset="-120"/>
              </a:rPr>
              <a:t>コード</a:t>
            </a:r>
            <a:endParaRPr lang="en-US" sz="1100" dirty="0"/>
          </a:p>
        </p:txBody>
      </p:sp>
      <p:sp>
        <p:nvSpPr>
          <p:cNvPr id="39" name="Shape 37"/>
          <p:cNvSpPr/>
          <p:nvPr/>
        </p:nvSpPr>
        <p:spPr>
          <a:xfrm>
            <a:off x="777240" y="4082143"/>
            <a:ext cx="914400" cy="215537"/>
          </a:xfrm>
          <a:prstGeom prst="roundRect">
            <a:avLst>
              <a:gd name="adj" fmla="val 25455"/>
            </a:avLst>
          </a:prstGeom>
          <a:solidFill>
            <a:srgbClr val="262233"/>
          </a:solidFill>
          <a:ln/>
        </p:spPr>
        <p:txBody>
          <a:bodyPr/>
          <a:lstStyle/>
          <a:p>
            <a:endParaRPr lang="ja-JP" altLang="en-US"/>
          </a:p>
        </p:txBody>
      </p:sp>
      <p:sp>
        <p:nvSpPr>
          <p:cNvPr id="40" name="Text 38"/>
          <p:cNvSpPr/>
          <p:nvPr/>
        </p:nvSpPr>
        <p:spPr>
          <a:xfrm>
            <a:off x="777240" y="4082143"/>
            <a:ext cx="914400" cy="215537"/>
          </a:xfrm>
          <a:prstGeom prst="rect">
            <a:avLst/>
          </a:prstGeom>
          <a:noFill/>
          <a:ln/>
        </p:spPr>
        <p:txBody>
          <a:bodyPr wrap="square" lIns="0" tIns="0" rIns="0" bIns="0" rtlCol="0" anchor="ctr"/>
          <a:lstStyle/>
          <a:p>
            <a:pPr marL="0" indent="0" algn="ctr">
              <a:buNone/>
            </a:pPr>
            <a:r>
              <a:rPr lang="en-US" sz="1100" dirty="0">
                <a:solidFill>
                  <a:srgbClr val="A49DBD"/>
                </a:solidFill>
                <a:latin typeface="Arial" pitchFamily="34" charset="0"/>
                <a:ea typeface="Arial" pitchFamily="34" charset="-122"/>
                <a:cs typeface="Arial" pitchFamily="34" charset="-120"/>
              </a:rPr>
              <a:t>ベース</a:t>
            </a:r>
            <a:endParaRPr lang="en-US" sz="1100" dirty="0"/>
          </a:p>
        </p:txBody>
      </p:sp>
      <p:sp>
        <p:nvSpPr>
          <p:cNvPr id="41" name="Text 39"/>
          <p:cNvSpPr/>
          <p:nvPr/>
        </p:nvSpPr>
        <p:spPr>
          <a:xfrm>
            <a:off x="1828800" y="4462272"/>
            <a:ext cx="9585655" cy="274320"/>
          </a:xfrm>
          <a:prstGeom prst="rect">
            <a:avLst/>
          </a:prstGeom>
          <a:noFill/>
          <a:ln/>
        </p:spPr>
        <p:txBody>
          <a:bodyPr wrap="square" lIns="0" tIns="0" rIns="0" bIns="0" rtlCol="0" anchor="ctr"/>
          <a:lstStyle/>
          <a:p>
            <a:pPr marL="0" indent="0">
              <a:buNone/>
            </a:pPr>
            <a:r>
              <a:rPr lang="en-US" sz="1250" b="1" dirty="0">
                <a:solidFill>
                  <a:srgbClr val="A49DBD"/>
                </a:solidFill>
                <a:latin typeface="Arial" pitchFamily="34" charset="0"/>
                <a:ea typeface="Arial" pitchFamily="34" charset="-122"/>
                <a:cs typeface="Arial" pitchFamily="34" charset="-120"/>
              </a:rPr>
              <a:t>FM7 → E7 → Am7 → C7　（丸サ進行）</a:t>
            </a:r>
            <a:endParaRPr lang="en-US" sz="1250" dirty="0"/>
          </a:p>
        </p:txBody>
      </p:sp>
      <p:sp>
        <p:nvSpPr>
          <p:cNvPr id="42" name="Shape 40"/>
          <p:cNvSpPr/>
          <p:nvPr/>
        </p:nvSpPr>
        <p:spPr>
          <a:xfrm>
            <a:off x="777240" y="4956048"/>
            <a:ext cx="182880" cy="182880"/>
          </a:xfrm>
          <a:prstGeom prst="roundRect">
            <a:avLst>
              <a:gd name="adj" fmla="val 30000"/>
            </a:avLst>
          </a:prstGeom>
          <a:solidFill>
            <a:srgbClr val="6D8DFF"/>
          </a:solidFill>
          <a:ln/>
        </p:spPr>
        <p:txBody>
          <a:bodyPr/>
          <a:lstStyle/>
          <a:p>
            <a:endParaRPr lang="ja-JP" altLang="en-US"/>
          </a:p>
        </p:txBody>
      </p:sp>
      <p:sp>
        <p:nvSpPr>
          <p:cNvPr id="43" name="Text 41"/>
          <p:cNvSpPr/>
          <p:nvPr/>
        </p:nvSpPr>
        <p:spPr>
          <a:xfrm>
            <a:off x="1069848" y="4901184"/>
            <a:ext cx="3088538" cy="292608"/>
          </a:xfrm>
          <a:prstGeom prst="rect">
            <a:avLst/>
          </a:prstGeom>
          <a:noFill/>
          <a:ln/>
        </p:spPr>
        <p:txBody>
          <a:bodyPr wrap="square" lIns="0" tIns="0" rIns="0" bIns="0" rtlCol="0" anchor="ctr"/>
          <a:lstStyle/>
          <a:p>
            <a:pPr marL="0" indent="0">
              <a:buNone/>
            </a:pPr>
            <a:r>
              <a:rPr lang="en-US" sz="1400" b="1" dirty="0">
                <a:solidFill>
                  <a:srgbClr val="ECE9F5"/>
                </a:solidFill>
                <a:latin typeface="Arial" pitchFamily="34" charset="0"/>
                <a:ea typeface="Arial" pitchFamily="34" charset="-122"/>
                <a:cs typeface="Arial" pitchFamily="34" charset="-120"/>
              </a:rPr>
              <a:t>3トラック同時再生</a:t>
            </a:r>
            <a:endParaRPr lang="en-US" sz="1400" dirty="0"/>
          </a:p>
        </p:txBody>
      </p:sp>
      <p:sp>
        <p:nvSpPr>
          <p:cNvPr id="44" name="Text 42"/>
          <p:cNvSpPr/>
          <p:nvPr/>
        </p:nvSpPr>
        <p:spPr>
          <a:xfrm>
            <a:off x="777240" y="5285232"/>
            <a:ext cx="3134258" cy="822960"/>
          </a:xfrm>
          <a:prstGeom prst="rect">
            <a:avLst/>
          </a:prstGeom>
          <a:noFill/>
          <a:ln/>
        </p:spPr>
        <p:txBody>
          <a:bodyPr wrap="square" lIns="0" tIns="0" rIns="0" bIns="0" rtlCol="0" anchor="ctr"/>
          <a:lstStyle/>
          <a:p>
            <a:pPr marL="0" indent="0">
              <a:lnSpc>
                <a:spcPct val="140000"/>
              </a:lnSpc>
              <a:buNone/>
            </a:pPr>
            <a:r>
              <a:rPr lang="en-US" sz="1250" dirty="0">
                <a:solidFill>
                  <a:srgbClr val="A49DBD"/>
                </a:solidFill>
                <a:latin typeface="Arial" pitchFamily="34" charset="0"/>
                <a:ea typeface="Arial" pitchFamily="34" charset="-122"/>
                <a:cs typeface="Arial" pitchFamily="34" charset="-120"/>
              </a:rPr>
              <a:t>コード・メロディ・ベースをまとめて鳴らす。前は1トラックしか鳴らせなかった。</a:t>
            </a:r>
            <a:endParaRPr lang="en-US" sz="1250" dirty="0"/>
          </a:p>
        </p:txBody>
      </p:sp>
      <p:sp>
        <p:nvSpPr>
          <p:cNvPr id="45" name="Shape 43"/>
          <p:cNvSpPr/>
          <p:nvPr/>
        </p:nvSpPr>
        <p:spPr>
          <a:xfrm>
            <a:off x="4322978" y="4956048"/>
            <a:ext cx="182880" cy="182880"/>
          </a:xfrm>
          <a:prstGeom prst="roundRect">
            <a:avLst>
              <a:gd name="adj" fmla="val 30000"/>
            </a:avLst>
          </a:prstGeom>
          <a:solidFill>
            <a:srgbClr val="4ADE80"/>
          </a:solidFill>
          <a:ln/>
        </p:spPr>
        <p:txBody>
          <a:bodyPr/>
          <a:lstStyle/>
          <a:p>
            <a:endParaRPr lang="ja-JP" altLang="en-US"/>
          </a:p>
        </p:txBody>
      </p:sp>
      <p:sp>
        <p:nvSpPr>
          <p:cNvPr id="46" name="Text 44"/>
          <p:cNvSpPr/>
          <p:nvPr/>
        </p:nvSpPr>
        <p:spPr>
          <a:xfrm>
            <a:off x="4615586" y="4901184"/>
            <a:ext cx="3088538" cy="292608"/>
          </a:xfrm>
          <a:prstGeom prst="rect">
            <a:avLst/>
          </a:prstGeom>
          <a:noFill/>
          <a:ln/>
        </p:spPr>
        <p:txBody>
          <a:bodyPr wrap="square" lIns="0" tIns="0" rIns="0" bIns="0" rtlCol="0" anchor="ctr"/>
          <a:lstStyle/>
          <a:p>
            <a:pPr marL="0" indent="0">
              <a:buNone/>
            </a:pPr>
            <a:r>
              <a:rPr lang="en-US" sz="1400" b="1" dirty="0">
                <a:solidFill>
                  <a:srgbClr val="ECE9F5"/>
                </a:solidFill>
                <a:latin typeface="Arial" pitchFamily="34" charset="0"/>
                <a:ea typeface="Arial" pitchFamily="34" charset="-122"/>
                <a:cs typeface="Arial" pitchFamily="34" charset="-120"/>
              </a:rPr>
              <a:t>おまかせメロディ</a:t>
            </a:r>
            <a:endParaRPr lang="en-US" sz="1400" dirty="0"/>
          </a:p>
        </p:txBody>
      </p:sp>
      <p:sp>
        <p:nvSpPr>
          <p:cNvPr id="47" name="Text 45"/>
          <p:cNvSpPr/>
          <p:nvPr/>
        </p:nvSpPr>
        <p:spPr>
          <a:xfrm>
            <a:off x="4322978" y="5285232"/>
            <a:ext cx="3134258" cy="822960"/>
          </a:xfrm>
          <a:prstGeom prst="rect">
            <a:avLst/>
          </a:prstGeom>
          <a:noFill/>
          <a:ln/>
        </p:spPr>
        <p:txBody>
          <a:bodyPr wrap="square" lIns="0" tIns="0" rIns="0" bIns="0" rtlCol="0" anchor="ctr"/>
          <a:lstStyle/>
          <a:p>
            <a:pPr marL="0" indent="0">
              <a:lnSpc>
                <a:spcPct val="140000"/>
              </a:lnSpc>
              <a:buNone/>
            </a:pPr>
            <a:r>
              <a:rPr lang="en-US" sz="1250" dirty="0">
                <a:solidFill>
                  <a:srgbClr val="A49DBD"/>
                </a:solidFill>
                <a:latin typeface="Arial" pitchFamily="34" charset="0"/>
                <a:ea typeface="Arial" pitchFamily="34" charset="-122"/>
                <a:cs typeface="Arial" pitchFamily="34" charset="-120"/>
              </a:rPr>
              <a:t>くりかえし／起承転結／なめらか／はずむ。押すたびに違うものが出てくる。</a:t>
            </a:r>
            <a:endParaRPr lang="en-US" sz="1250" dirty="0"/>
          </a:p>
        </p:txBody>
      </p:sp>
      <p:sp>
        <p:nvSpPr>
          <p:cNvPr id="48" name="Shape 46"/>
          <p:cNvSpPr/>
          <p:nvPr/>
        </p:nvSpPr>
        <p:spPr>
          <a:xfrm>
            <a:off x="7868717" y="4956048"/>
            <a:ext cx="182880" cy="182880"/>
          </a:xfrm>
          <a:prstGeom prst="roundRect">
            <a:avLst>
              <a:gd name="adj" fmla="val 30000"/>
            </a:avLst>
          </a:prstGeom>
          <a:solidFill>
            <a:srgbClr val="F0A63C"/>
          </a:solidFill>
          <a:ln/>
        </p:spPr>
        <p:txBody>
          <a:bodyPr/>
          <a:lstStyle/>
          <a:p>
            <a:endParaRPr lang="ja-JP" altLang="en-US"/>
          </a:p>
        </p:txBody>
      </p:sp>
      <p:sp>
        <p:nvSpPr>
          <p:cNvPr id="49" name="Text 47"/>
          <p:cNvSpPr/>
          <p:nvPr/>
        </p:nvSpPr>
        <p:spPr>
          <a:xfrm>
            <a:off x="8161325" y="4901184"/>
            <a:ext cx="3088538" cy="292608"/>
          </a:xfrm>
          <a:prstGeom prst="rect">
            <a:avLst/>
          </a:prstGeom>
          <a:noFill/>
          <a:ln/>
        </p:spPr>
        <p:txBody>
          <a:bodyPr wrap="square" lIns="0" tIns="0" rIns="0" bIns="0" rtlCol="0" anchor="ctr"/>
          <a:lstStyle/>
          <a:p>
            <a:pPr marL="0" indent="0">
              <a:buNone/>
            </a:pPr>
            <a:r>
              <a:rPr lang="en-US" sz="1400" b="1" dirty="0">
                <a:solidFill>
                  <a:srgbClr val="ECE9F5"/>
                </a:solidFill>
                <a:latin typeface="Arial" pitchFamily="34" charset="0"/>
                <a:ea typeface="Arial" pitchFamily="34" charset="-122"/>
                <a:cs typeface="Arial" pitchFamily="34" charset="-120"/>
              </a:rPr>
              <a:t>音ののび 3段階</a:t>
            </a:r>
            <a:endParaRPr lang="en-US" sz="1400" dirty="0"/>
          </a:p>
        </p:txBody>
      </p:sp>
      <p:sp>
        <p:nvSpPr>
          <p:cNvPr id="50" name="Text 48"/>
          <p:cNvSpPr/>
          <p:nvPr/>
        </p:nvSpPr>
        <p:spPr>
          <a:xfrm>
            <a:off x="7868717" y="5285232"/>
            <a:ext cx="3134258" cy="822960"/>
          </a:xfrm>
          <a:prstGeom prst="rect">
            <a:avLst/>
          </a:prstGeom>
          <a:noFill/>
          <a:ln/>
        </p:spPr>
        <p:txBody>
          <a:bodyPr wrap="square" lIns="0" tIns="0" rIns="0" bIns="0" rtlCol="0" anchor="ctr"/>
          <a:lstStyle/>
          <a:p>
            <a:pPr marL="0" indent="0">
              <a:lnSpc>
                <a:spcPct val="140000"/>
              </a:lnSpc>
              <a:buNone/>
            </a:pPr>
            <a:r>
              <a:rPr lang="en-US" sz="1250" dirty="0">
                <a:solidFill>
                  <a:srgbClr val="A49DBD"/>
                </a:solidFill>
                <a:latin typeface="Arial" pitchFamily="34" charset="0"/>
                <a:ea typeface="Arial" pitchFamily="34" charset="-122"/>
                <a:cs typeface="Arial" pitchFamily="34" charset="-120"/>
              </a:rPr>
              <a:t>みじかく／ふつう／のばす。同じ進行でも、余韻が変わると印象が変わる。</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21A"/>
        </a:solidFill>
        <a:effectLst/>
      </p:bgPr>
    </p:bg>
    <p:spTree>
      <p:nvGrpSpPr>
        <p:cNvPr id="1" name=""/>
        <p:cNvGrpSpPr/>
        <p:nvPr/>
      </p:nvGrpSpPr>
      <p:grpSpPr>
        <a:xfrm>
          <a:off x="0" y="0"/>
          <a:ext cx="0" cy="0"/>
          <a:chOff x="0" y="0"/>
          <a:chExt cx="0" cy="0"/>
        </a:xfrm>
      </p:grpSpPr>
      <p:sp>
        <p:nvSpPr>
          <p:cNvPr id="2" name="Text 0"/>
          <p:cNvSpPr/>
          <p:nvPr/>
        </p:nvSpPr>
        <p:spPr>
          <a:xfrm>
            <a:off x="777240" y="420624"/>
            <a:ext cx="10637215" cy="256032"/>
          </a:xfrm>
          <a:prstGeom prst="rect">
            <a:avLst/>
          </a:prstGeom>
          <a:noFill/>
          <a:ln/>
        </p:spPr>
        <p:txBody>
          <a:bodyPr wrap="square" lIns="0" tIns="0" rIns="0" bIns="0" rtlCol="0" anchor="ctr"/>
          <a:lstStyle/>
          <a:p>
            <a:pPr marL="0" indent="0">
              <a:buNone/>
            </a:pPr>
            <a:r>
              <a:rPr lang="en-US" sz="1150" b="1" kern="0" spc="350" dirty="0">
                <a:solidFill>
                  <a:srgbClr val="6D8DFF"/>
                </a:solidFill>
                <a:latin typeface="Arial" pitchFamily="34" charset="0"/>
                <a:ea typeface="Arial" pitchFamily="34" charset="-122"/>
                <a:cs typeface="Arial" pitchFamily="34" charset="-120"/>
              </a:rPr>
              <a:t>機能 03 ／ 作曲アシスト</a:t>
            </a:r>
            <a:endParaRPr lang="en-US" sz="1150" dirty="0"/>
          </a:p>
        </p:txBody>
      </p:sp>
      <p:sp>
        <p:nvSpPr>
          <p:cNvPr id="3" name="Text 1"/>
          <p:cNvSpPr/>
          <p:nvPr/>
        </p:nvSpPr>
        <p:spPr>
          <a:xfrm>
            <a:off x="777240" y="749808"/>
            <a:ext cx="10637215" cy="640080"/>
          </a:xfrm>
          <a:prstGeom prst="rect">
            <a:avLst/>
          </a:prstGeom>
          <a:noFill/>
          <a:ln/>
        </p:spPr>
        <p:txBody>
          <a:bodyPr wrap="square" lIns="0" tIns="0" rIns="0" bIns="0" rtlCol="0" anchor="t"/>
          <a:lstStyle/>
          <a:p>
            <a:pPr marL="0" indent="0">
              <a:buNone/>
            </a:pPr>
            <a:r>
              <a:rPr lang="en-US" sz="3200" b="1" dirty="0">
                <a:solidFill>
                  <a:srgbClr val="ECE9F5"/>
                </a:solidFill>
                <a:latin typeface="Arial" pitchFamily="34" charset="0"/>
                <a:ea typeface="Arial" pitchFamily="34" charset="-122"/>
                <a:cs typeface="Arial" pitchFamily="34" charset="-120"/>
              </a:rPr>
              <a:t>「次、どれ置けばいいの？」に答える。</a:t>
            </a:r>
            <a:endParaRPr lang="en-US" sz="3200" dirty="0"/>
          </a:p>
        </p:txBody>
      </p:sp>
      <p:sp>
        <p:nvSpPr>
          <p:cNvPr id="4" name="Text 2"/>
          <p:cNvSpPr/>
          <p:nvPr/>
        </p:nvSpPr>
        <p:spPr>
          <a:xfrm>
            <a:off x="777240" y="1572768"/>
            <a:ext cx="10637215" cy="365760"/>
          </a:xfrm>
          <a:prstGeom prst="rect">
            <a:avLst/>
          </a:prstGeom>
          <a:noFill/>
          <a:ln/>
        </p:spPr>
        <p:txBody>
          <a:bodyPr wrap="square" lIns="0" tIns="0" rIns="0" bIns="0" rtlCol="0" anchor="ctr"/>
          <a:lstStyle/>
          <a:p>
            <a:pPr marL="0" indent="0">
              <a:buNone/>
            </a:pPr>
            <a:r>
              <a:rPr lang="en-US" sz="1400" dirty="0">
                <a:solidFill>
                  <a:srgbClr val="A49DBD"/>
                </a:solidFill>
                <a:latin typeface="Arial" pitchFamily="34" charset="0"/>
                <a:ea typeface="Arial" pitchFamily="34" charset="-122"/>
                <a:cs typeface="Arial" pitchFamily="34" charset="-120"/>
              </a:rPr>
              <a:t>作っていて必ず手が止まるところです。合う／合わないの◯×ではなく、やりたいことのほうから選べるようにしました。</a:t>
            </a:r>
            <a:endParaRPr lang="en-US" sz="1400" dirty="0"/>
          </a:p>
        </p:txBody>
      </p:sp>
      <p:sp>
        <p:nvSpPr>
          <p:cNvPr id="5" name="Shape 3"/>
          <p:cNvSpPr/>
          <p:nvPr/>
        </p:nvSpPr>
        <p:spPr>
          <a:xfrm>
            <a:off x="777240" y="2148840"/>
            <a:ext cx="2651760" cy="658368"/>
          </a:xfrm>
          <a:prstGeom prst="roundRect">
            <a:avLst>
              <a:gd name="adj" fmla="val 19444"/>
            </a:avLst>
          </a:prstGeom>
          <a:solidFill>
            <a:srgbClr val="6D8DFF"/>
          </a:solidFill>
          <a:ln/>
        </p:spPr>
        <p:txBody>
          <a:bodyPr/>
          <a:lstStyle/>
          <a:p>
            <a:endParaRPr lang="ja-JP" altLang="en-US"/>
          </a:p>
        </p:txBody>
      </p:sp>
      <p:sp>
        <p:nvSpPr>
          <p:cNvPr id="6" name="Text 4"/>
          <p:cNvSpPr/>
          <p:nvPr/>
        </p:nvSpPr>
        <p:spPr>
          <a:xfrm>
            <a:off x="777240" y="2148840"/>
            <a:ext cx="2651760" cy="658368"/>
          </a:xfrm>
          <a:prstGeom prst="rect">
            <a:avLst/>
          </a:prstGeom>
          <a:noFill/>
          <a:ln/>
        </p:spPr>
        <p:txBody>
          <a:bodyPr wrap="square" lIns="0" tIns="0" rIns="0" bIns="0" rtlCol="0" anchor="ctr"/>
          <a:lstStyle/>
          <a:p>
            <a:pPr marL="0" indent="0" algn="ctr">
              <a:buNone/>
            </a:pPr>
            <a:r>
              <a:rPr lang="en-US" sz="1500" b="1" dirty="0">
                <a:solidFill>
                  <a:srgbClr val="141019"/>
                </a:solidFill>
                <a:latin typeface="Arial" pitchFamily="34" charset="0"/>
                <a:ea typeface="Arial" pitchFamily="34" charset="-122"/>
                <a:cs typeface="Arial" pitchFamily="34" charset="-120"/>
              </a:rPr>
              <a:t>自然につなぐ</a:t>
            </a:r>
            <a:endParaRPr lang="en-US" sz="1500" dirty="0"/>
          </a:p>
        </p:txBody>
      </p:sp>
      <p:sp>
        <p:nvSpPr>
          <p:cNvPr id="7" name="Text 5"/>
          <p:cNvSpPr/>
          <p:nvPr/>
        </p:nvSpPr>
        <p:spPr>
          <a:xfrm>
            <a:off x="3703320" y="2148840"/>
            <a:ext cx="7711135" cy="658368"/>
          </a:xfrm>
          <a:prstGeom prst="rect">
            <a:avLst/>
          </a:prstGeom>
          <a:noFill/>
          <a:ln/>
        </p:spPr>
        <p:txBody>
          <a:bodyPr wrap="square" lIns="0" tIns="0" rIns="0" bIns="0" rtlCol="0" anchor="ctr"/>
          <a:lstStyle/>
          <a:p>
            <a:pPr marL="0" indent="0">
              <a:buNone/>
            </a:pPr>
            <a:r>
              <a:rPr lang="en-US" sz="1400" dirty="0">
                <a:solidFill>
                  <a:srgbClr val="A49DBD"/>
                </a:solidFill>
                <a:latin typeface="Arial" pitchFamily="34" charset="0"/>
                <a:ea typeface="Arial" pitchFamily="34" charset="-122"/>
                <a:cs typeface="Arial" pitchFamily="34" charset="-120"/>
              </a:rPr>
              <a:t>V → I のような、そのコードのあとによくある流れ。迷ったらこれ。</a:t>
            </a:r>
            <a:endParaRPr lang="en-US" sz="1400" dirty="0"/>
          </a:p>
        </p:txBody>
      </p:sp>
      <p:sp>
        <p:nvSpPr>
          <p:cNvPr id="8" name="Shape 6"/>
          <p:cNvSpPr/>
          <p:nvPr/>
        </p:nvSpPr>
        <p:spPr>
          <a:xfrm>
            <a:off x="777240" y="3017520"/>
            <a:ext cx="2651760" cy="658368"/>
          </a:xfrm>
          <a:prstGeom prst="roundRect">
            <a:avLst>
              <a:gd name="adj" fmla="val 19444"/>
            </a:avLst>
          </a:prstGeom>
          <a:solidFill>
            <a:srgbClr val="F0A63C"/>
          </a:solidFill>
          <a:ln/>
        </p:spPr>
        <p:txBody>
          <a:bodyPr/>
          <a:lstStyle/>
          <a:p>
            <a:endParaRPr lang="ja-JP" altLang="en-US"/>
          </a:p>
        </p:txBody>
      </p:sp>
      <p:sp>
        <p:nvSpPr>
          <p:cNvPr id="9" name="Text 7"/>
          <p:cNvSpPr/>
          <p:nvPr/>
        </p:nvSpPr>
        <p:spPr>
          <a:xfrm>
            <a:off x="777240" y="3017520"/>
            <a:ext cx="2651760" cy="658368"/>
          </a:xfrm>
          <a:prstGeom prst="rect">
            <a:avLst/>
          </a:prstGeom>
          <a:noFill/>
          <a:ln/>
        </p:spPr>
        <p:txBody>
          <a:bodyPr wrap="square" lIns="0" tIns="0" rIns="0" bIns="0" rtlCol="0" anchor="ctr"/>
          <a:lstStyle/>
          <a:p>
            <a:pPr marL="0" indent="0" algn="ctr">
              <a:buNone/>
            </a:pPr>
            <a:r>
              <a:rPr lang="en-US" sz="1500" b="1" dirty="0">
                <a:solidFill>
                  <a:srgbClr val="141019"/>
                </a:solidFill>
                <a:latin typeface="Arial" pitchFamily="34" charset="0"/>
                <a:ea typeface="Arial" pitchFamily="34" charset="-122"/>
                <a:cs typeface="Arial" pitchFamily="34" charset="-120"/>
              </a:rPr>
              <a:t>盛り上げたい</a:t>
            </a:r>
            <a:endParaRPr lang="en-US" sz="1500" dirty="0"/>
          </a:p>
        </p:txBody>
      </p:sp>
      <p:sp>
        <p:nvSpPr>
          <p:cNvPr id="10" name="Text 8"/>
          <p:cNvSpPr/>
          <p:nvPr/>
        </p:nvSpPr>
        <p:spPr>
          <a:xfrm>
            <a:off x="3703320" y="3017520"/>
            <a:ext cx="7711135" cy="658368"/>
          </a:xfrm>
          <a:prstGeom prst="rect">
            <a:avLst/>
          </a:prstGeom>
          <a:noFill/>
          <a:ln/>
        </p:spPr>
        <p:txBody>
          <a:bodyPr wrap="square" lIns="0" tIns="0" rIns="0" bIns="0" rtlCol="0" anchor="ctr"/>
          <a:lstStyle/>
          <a:p>
            <a:pPr marL="0" indent="0">
              <a:buNone/>
            </a:pPr>
            <a:r>
              <a:rPr lang="en-US" sz="1400" dirty="0">
                <a:solidFill>
                  <a:srgbClr val="A49DBD"/>
                </a:solidFill>
                <a:latin typeface="Arial" pitchFamily="34" charset="0"/>
                <a:ea typeface="Arial" pitchFamily="34" charset="-122"/>
                <a:cs typeface="Arial" pitchFamily="34" charset="-120"/>
              </a:rPr>
              <a:t>I へ帰る力の強い V7。すでに V の上なら、VIm で期待をわざと裏切る。</a:t>
            </a:r>
            <a:endParaRPr lang="en-US" sz="1400" dirty="0"/>
          </a:p>
        </p:txBody>
      </p:sp>
      <p:sp>
        <p:nvSpPr>
          <p:cNvPr id="11" name="Shape 9"/>
          <p:cNvSpPr/>
          <p:nvPr/>
        </p:nvSpPr>
        <p:spPr>
          <a:xfrm>
            <a:off x="777240" y="3886200"/>
            <a:ext cx="2651760" cy="658368"/>
          </a:xfrm>
          <a:prstGeom prst="roundRect">
            <a:avLst>
              <a:gd name="adj" fmla="val 19444"/>
            </a:avLst>
          </a:prstGeom>
          <a:solidFill>
            <a:srgbClr val="4ADE80"/>
          </a:solidFill>
          <a:ln/>
        </p:spPr>
        <p:txBody>
          <a:bodyPr/>
          <a:lstStyle/>
          <a:p>
            <a:endParaRPr lang="ja-JP" altLang="en-US"/>
          </a:p>
        </p:txBody>
      </p:sp>
      <p:sp>
        <p:nvSpPr>
          <p:cNvPr id="12" name="Text 10"/>
          <p:cNvSpPr/>
          <p:nvPr/>
        </p:nvSpPr>
        <p:spPr>
          <a:xfrm>
            <a:off x="777240" y="3886200"/>
            <a:ext cx="2651760" cy="658368"/>
          </a:xfrm>
          <a:prstGeom prst="rect">
            <a:avLst/>
          </a:prstGeom>
          <a:noFill/>
          <a:ln/>
        </p:spPr>
        <p:txBody>
          <a:bodyPr wrap="square" lIns="0" tIns="0" rIns="0" bIns="0" rtlCol="0" anchor="ctr"/>
          <a:lstStyle/>
          <a:p>
            <a:pPr marL="0" indent="0" algn="ctr">
              <a:buNone/>
            </a:pPr>
            <a:r>
              <a:rPr lang="en-US" sz="1500" b="1" dirty="0">
                <a:solidFill>
                  <a:srgbClr val="141019"/>
                </a:solidFill>
                <a:latin typeface="Arial" pitchFamily="34" charset="0"/>
                <a:ea typeface="Arial" pitchFamily="34" charset="-122"/>
                <a:cs typeface="Arial" pitchFamily="34" charset="-120"/>
              </a:rPr>
              <a:t>そろそろ締めたい</a:t>
            </a:r>
            <a:endParaRPr lang="en-US" sz="1500" dirty="0"/>
          </a:p>
        </p:txBody>
      </p:sp>
      <p:sp>
        <p:nvSpPr>
          <p:cNvPr id="13" name="Text 11"/>
          <p:cNvSpPr/>
          <p:nvPr/>
        </p:nvSpPr>
        <p:spPr>
          <a:xfrm>
            <a:off x="3703320" y="3886200"/>
            <a:ext cx="7711135" cy="658368"/>
          </a:xfrm>
          <a:prstGeom prst="rect">
            <a:avLst/>
          </a:prstGeom>
          <a:noFill/>
          <a:ln/>
        </p:spPr>
        <p:txBody>
          <a:bodyPr wrap="square" lIns="0" tIns="0" rIns="0" bIns="0" rtlCol="0" anchor="ctr"/>
          <a:lstStyle/>
          <a:p>
            <a:pPr marL="0" indent="0">
              <a:buNone/>
            </a:pPr>
            <a:r>
              <a:rPr lang="en-US" sz="1400" dirty="0">
                <a:solidFill>
                  <a:srgbClr val="A49DBD"/>
                </a:solidFill>
                <a:latin typeface="Arial" pitchFamily="34" charset="0"/>
                <a:ea typeface="Arial" pitchFamily="34" charset="-122"/>
                <a:cs typeface="Arial" pitchFamily="34" charset="-120"/>
              </a:rPr>
              <a:t>キーのトニック I。すでに I の上なら、IV から戻る「アーメン終止」。</a:t>
            </a:r>
            <a:endParaRPr lang="en-US" sz="1400" dirty="0"/>
          </a:p>
        </p:txBody>
      </p:sp>
      <p:sp>
        <p:nvSpPr>
          <p:cNvPr id="14" name="Shape 12"/>
          <p:cNvSpPr/>
          <p:nvPr/>
        </p:nvSpPr>
        <p:spPr>
          <a:xfrm>
            <a:off x="777240" y="4754880"/>
            <a:ext cx="2651760" cy="658368"/>
          </a:xfrm>
          <a:prstGeom prst="roundRect">
            <a:avLst>
              <a:gd name="adj" fmla="val 19444"/>
            </a:avLst>
          </a:prstGeom>
          <a:solidFill>
            <a:srgbClr val="F472B6"/>
          </a:solidFill>
          <a:ln/>
        </p:spPr>
        <p:txBody>
          <a:bodyPr/>
          <a:lstStyle/>
          <a:p>
            <a:endParaRPr lang="ja-JP" altLang="en-US"/>
          </a:p>
        </p:txBody>
      </p:sp>
      <p:sp>
        <p:nvSpPr>
          <p:cNvPr id="15" name="Text 13"/>
          <p:cNvSpPr/>
          <p:nvPr/>
        </p:nvSpPr>
        <p:spPr>
          <a:xfrm>
            <a:off x="777240" y="4754880"/>
            <a:ext cx="2651760" cy="658368"/>
          </a:xfrm>
          <a:prstGeom prst="rect">
            <a:avLst/>
          </a:prstGeom>
          <a:noFill/>
          <a:ln/>
        </p:spPr>
        <p:txBody>
          <a:bodyPr wrap="square" lIns="0" tIns="0" rIns="0" bIns="0" rtlCol="0" anchor="ctr"/>
          <a:lstStyle/>
          <a:p>
            <a:pPr marL="0" indent="0" algn="ctr">
              <a:buNone/>
            </a:pPr>
            <a:r>
              <a:rPr lang="en-US" sz="1500" b="1" dirty="0">
                <a:solidFill>
                  <a:srgbClr val="141019"/>
                </a:solidFill>
                <a:latin typeface="Arial" pitchFamily="34" charset="0"/>
                <a:ea typeface="Arial" pitchFamily="34" charset="-122"/>
                <a:cs typeface="Arial" pitchFamily="34" charset="-120"/>
              </a:rPr>
              <a:t>意外性がほしい</a:t>
            </a:r>
            <a:endParaRPr lang="en-US" sz="1500" dirty="0"/>
          </a:p>
        </p:txBody>
      </p:sp>
      <p:sp>
        <p:nvSpPr>
          <p:cNvPr id="16" name="Text 14"/>
          <p:cNvSpPr/>
          <p:nvPr/>
        </p:nvSpPr>
        <p:spPr>
          <a:xfrm>
            <a:off x="3703320" y="4754880"/>
            <a:ext cx="7711135" cy="658368"/>
          </a:xfrm>
          <a:prstGeom prst="rect">
            <a:avLst/>
          </a:prstGeom>
          <a:noFill/>
          <a:ln/>
        </p:spPr>
        <p:txBody>
          <a:bodyPr wrap="square" lIns="0" tIns="0" rIns="0" bIns="0" rtlCol="0" anchor="ctr"/>
          <a:lstStyle/>
          <a:p>
            <a:pPr marL="0" indent="0">
              <a:buNone/>
            </a:pPr>
            <a:r>
              <a:rPr lang="en-US" sz="1400" dirty="0">
                <a:solidFill>
                  <a:srgbClr val="A49DBD"/>
                </a:solidFill>
                <a:latin typeface="Arial" pitchFamily="34" charset="0"/>
                <a:ea typeface="Arial" pitchFamily="34" charset="-122"/>
                <a:cs typeface="Arial" pitchFamily="34" charset="-120"/>
              </a:rPr>
              <a:t>同主短調から借りてくる和音（♭III など）。転調のきっかけにもなる。</a:t>
            </a:r>
            <a:endParaRPr lang="en-US" sz="1400" dirty="0"/>
          </a:p>
        </p:txBody>
      </p:sp>
      <p:sp>
        <p:nvSpPr>
          <p:cNvPr id="17" name="Shape 15"/>
          <p:cNvSpPr/>
          <p:nvPr/>
        </p:nvSpPr>
        <p:spPr>
          <a:xfrm>
            <a:off x="777240" y="5687568"/>
            <a:ext cx="10637215" cy="914400"/>
          </a:xfrm>
          <a:prstGeom prst="roundRect">
            <a:avLst>
              <a:gd name="adj" fmla="val 6000"/>
            </a:avLst>
          </a:prstGeom>
          <a:solidFill>
            <a:srgbClr val="1D1A26"/>
          </a:solidFill>
          <a:ln/>
        </p:spPr>
        <p:txBody>
          <a:bodyPr/>
          <a:lstStyle/>
          <a:p>
            <a:endParaRPr lang="ja-JP" altLang="en-US"/>
          </a:p>
        </p:txBody>
      </p:sp>
      <p:sp>
        <p:nvSpPr>
          <p:cNvPr id="18" name="Text 16"/>
          <p:cNvSpPr/>
          <p:nvPr/>
        </p:nvSpPr>
        <p:spPr>
          <a:xfrm>
            <a:off x="1234440" y="5833872"/>
            <a:ext cx="9722815" cy="310896"/>
          </a:xfrm>
          <a:prstGeom prst="rect">
            <a:avLst/>
          </a:prstGeom>
          <a:noFill/>
          <a:ln/>
        </p:spPr>
        <p:txBody>
          <a:bodyPr wrap="square" lIns="0" tIns="0" rIns="0" bIns="0" rtlCol="0" anchor="ctr"/>
          <a:lstStyle/>
          <a:p>
            <a:pPr marL="0" indent="0">
              <a:buNone/>
            </a:pPr>
            <a:r>
              <a:rPr lang="en-US" sz="1500" b="1" dirty="0">
                <a:solidFill>
                  <a:srgbClr val="35C7D9"/>
                </a:solidFill>
                <a:latin typeface="Arial" pitchFamily="34" charset="0"/>
                <a:ea typeface="Arial" pitchFamily="34" charset="-122"/>
                <a:cs typeface="Arial" pitchFamily="34" charset="-120"/>
              </a:rPr>
              <a:t>候補にカーソルを乗せると、その場で鳴ります。</a:t>
            </a:r>
            <a:endParaRPr lang="en-US" sz="1500" dirty="0"/>
          </a:p>
        </p:txBody>
      </p:sp>
      <p:sp>
        <p:nvSpPr>
          <p:cNvPr id="19" name="Text 17"/>
          <p:cNvSpPr/>
          <p:nvPr/>
        </p:nvSpPr>
        <p:spPr>
          <a:xfrm>
            <a:off x="1234440" y="6163056"/>
            <a:ext cx="9722815" cy="310896"/>
          </a:xfrm>
          <a:prstGeom prst="rect">
            <a:avLst/>
          </a:prstGeom>
          <a:noFill/>
          <a:ln/>
        </p:spPr>
        <p:txBody>
          <a:bodyPr wrap="square" lIns="0" tIns="0" rIns="0" bIns="0" rtlCol="0" anchor="ctr"/>
          <a:lstStyle/>
          <a:p>
            <a:pPr marL="0" indent="0">
              <a:buNone/>
            </a:pPr>
            <a:r>
              <a:rPr lang="en-US" sz="1350" dirty="0">
                <a:solidFill>
                  <a:srgbClr val="A49DBD"/>
                </a:solidFill>
                <a:latin typeface="Arial" pitchFamily="34" charset="0"/>
                <a:ea typeface="Arial" pitchFamily="34" charset="-122"/>
                <a:cs typeface="Arial" pitchFamily="34" charset="-120"/>
              </a:rPr>
              <a:t>説明を読んで選ぶのではなく、聴いて選ぶ。ここだけは崩したくなかった部分です。</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21A"/>
        </a:solidFill>
        <a:effectLst/>
      </p:bgPr>
    </p:bg>
    <p:spTree>
      <p:nvGrpSpPr>
        <p:cNvPr id="1" name=""/>
        <p:cNvGrpSpPr/>
        <p:nvPr/>
      </p:nvGrpSpPr>
      <p:grpSpPr>
        <a:xfrm>
          <a:off x="0" y="0"/>
          <a:ext cx="0" cy="0"/>
          <a:chOff x="0" y="0"/>
          <a:chExt cx="0" cy="0"/>
        </a:xfrm>
      </p:grpSpPr>
      <p:sp>
        <p:nvSpPr>
          <p:cNvPr id="2" name="Text 0"/>
          <p:cNvSpPr/>
          <p:nvPr/>
        </p:nvSpPr>
        <p:spPr>
          <a:xfrm>
            <a:off x="777240" y="420624"/>
            <a:ext cx="10637215" cy="256032"/>
          </a:xfrm>
          <a:prstGeom prst="rect">
            <a:avLst/>
          </a:prstGeom>
          <a:noFill/>
          <a:ln/>
        </p:spPr>
        <p:txBody>
          <a:bodyPr wrap="square" lIns="0" tIns="0" rIns="0" bIns="0" rtlCol="0" anchor="ctr"/>
          <a:lstStyle/>
          <a:p>
            <a:pPr marL="0" indent="0">
              <a:buNone/>
            </a:pPr>
            <a:r>
              <a:rPr lang="en-US" sz="1150" b="1" kern="0" spc="350" dirty="0">
                <a:solidFill>
                  <a:srgbClr val="6D8DFF"/>
                </a:solidFill>
                <a:latin typeface="Arial" pitchFamily="34" charset="0"/>
                <a:ea typeface="Arial" pitchFamily="34" charset="-122"/>
                <a:cs typeface="Arial" pitchFamily="34" charset="-120"/>
              </a:rPr>
              <a:t>機能 04 ／ 聴き比べ・逆引き</a:t>
            </a:r>
            <a:endParaRPr lang="en-US" sz="1150" dirty="0"/>
          </a:p>
        </p:txBody>
      </p:sp>
      <p:sp>
        <p:nvSpPr>
          <p:cNvPr id="3" name="Text 1"/>
          <p:cNvSpPr/>
          <p:nvPr/>
        </p:nvSpPr>
        <p:spPr>
          <a:xfrm>
            <a:off x="777240" y="749808"/>
            <a:ext cx="10637215" cy="640080"/>
          </a:xfrm>
          <a:prstGeom prst="rect">
            <a:avLst/>
          </a:prstGeom>
          <a:noFill/>
          <a:ln/>
        </p:spPr>
        <p:txBody>
          <a:bodyPr wrap="square" lIns="0" tIns="0" rIns="0" bIns="0" rtlCol="0" anchor="t"/>
          <a:lstStyle/>
          <a:p>
            <a:pPr marL="0" indent="0">
              <a:buNone/>
            </a:pPr>
            <a:r>
              <a:rPr lang="en-US" sz="3200" b="1" dirty="0">
                <a:solidFill>
                  <a:srgbClr val="ECE9F5"/>
                </a:solidFill>
                <a:latin typeface="Arial" pitchFamily="34" charset="0"/>
                <a:ea typeface="Arial" pitchFamily="34" charset="-122"/>
                <a:cs typeface="Arial" pitchFamily="34" charset="-120"/>
              </a:rPr>
              <a:t>あの曲と同じ進行だった、に気づける。</a:t>
            </a:r>
            <a:endParaRPr lang="en-US" sz="3200" dirty="0"/>
          </a:p>
        </p:txBody>
      </p:sp>
      <p:sp>
        <p:nvSpPr>
          <p:cNvPr id="4" name="Text 2"/>
          <p:cNvSpPr/>
          <p:nvPr/>
        </p:nvSpPr>
        <p:spPr>
          <a:xfrm>
            <a:off x="777240" y="1572768"/>
            <a:ext cx="10637215" cy="365760"/>
          </a:xfrm>
          <a:prstGeom prst="rect">
            <a:avLst/>
          </a:prstGeom>
          <a:noFill/>
          <a:ln/>
        </p:spPr>
        <p:txBody>
          <a:bodyPr wrap="square" lIns="0" tIns="0" rIns="0" bIns="0" rtlCol="0" anchor="ctr"/>
          <a:lstStyle/>
          <a:p>
            <a:pPr marL="0" indent="0">
              <a:buNone/>
            </a:pPr>
            <a:r>
              <a:rPr lang="en-US" sz="1400" dirty="0">
                <a:solidFill>
                  <a:srgbClr val="A49DBD"/>
                </a:solidFill>
                <a:latin typeface="Arial" pitchFamily="34" charset="0"/>
                <a:ea typeface="Arial" pitchFamily="34" charset="-122"/>
                <a:cs typeface="Arial" pitchFamily="34" charset="-120"/>
              </a:rPr>
              <a:t>進行はキーの主音からの距離（度数）で持っています。だから移調しても、逆引きしても、同じ1つのデータで動きます。</a:t>
            </a:r>
            <a:endParaRPr lang="en-US" sz="1400" dirty="0"/>
          </a:p>
        </p:txBody>
      </p:sp>
      <p:sp>
        <p:nvSpPr>
          <p:cNvPr id="5" name="Shape 3"/>
          <p:cNvSpPr/>
          <p:nvPr/>
        </p:nvSpPr>
        <p:spPr>
          <a:xfrm>
            <a:off x="777240" y="2331720"/>
            <a:ext cx="201168" cy="201168"/>
          </a:xfrm>
          <a:prstGeom prst="roundRect">
            <a:avLst>
              <a:gd name="adj" fmla="val 31818"/>
            </a:avLst>
          </a:prstGeom>
          <a:solidFill>
            <a:srgbClr val="6D8DFF"/>
          </a:solidFill>
          <a:ln/>
        </p:spPr>
        <p:txBody>
          <a:bodyPr/>
          <a:lstStyle/>
          <a:p>
            <a:endParaRPr lang="ja-JP" altLang="en-US"/>
          </a:p>
        </p:txBody>
      </p:sp>
      <p:sp>
        <p:nvSpPr>
          <p:cNvPr id="6" name="Text 4"/>
          <p:cNvSpPr/>
          <p:nvPr/>
        </p:nvSpPr>
        <p:spPr>
          <a:xfrm>
            <a:off x="1143000" y="2203704"/>
            <a:ext cx="1645920" cy="329184"/>
          </a:xfrm>
          <a:prstGeom prst="rect">
            <a:avLst/>
          </a:prstGeom>
          <a:noFill/>
          <a:ln/>
        </p:spPr>
        <p:txBody>
          <a:bodyPr wrap="square" lIns="0" tIns="0" rIns="0" bIns="0" rtlCol="0" anchor="ctr"/>
          <a:lstStyle/>
          <a:p>
            <a:pPr marL="0" indent="0">
              <a:buNone/>
            </a:pPr>
            <a:r>
              <a:rPr lang="en-US" sz="1500" b="1" dirty="0">
                <a:solidFill>
                  <a:srgbClr val="ECE9F5"/>
                </a:solidFill>
                <a:latin typeface="Arial" pitchFamily="34" charset="0"/>
                <a:ea typeface="Arial" pitchFamily="34" charset="-122"/>
                <a:cs typeface="Arial" pitchFamily="34" charset="-120"/>
              </a:rPr>
              <a:t>王道進行</a:t>
            </a:r>
            <a:endParaRPr lang="en-US" sz="1500" dirty="0"/>
          </a:p>
        </p:txBody>
      </p:sp>
      <p:sp>
        <p:nvSpPr>
          <p:cNvPr id="7" name="Text 5"/>
          <p:cNvSpPr/>
          <p:nvPr/>
        </p:nvSpPr>
        <p:spPr>
          <a:xfrm>
            <a:off x="2880360" y="2203704"/>
            <a:ext cx="4206240" cy="329184"/>
          </a:xfrm>
          <a:prstGeom prst="rect">
            <a:avLst/>
          </a:prstGeom>
          <a:noFill/>
          <a:ln/>
        </p:spPr>
        <p:txBody>
          <a:bodyPr wrap="square" lIns="0" tIns="0" rIns="0" bIns="0" rtlCol="0" anchor="ctr"/>
          <a:lstStyle/>
          <a:p>
            <a:pPr marL="0" indent="0">
              <a:buNone/>
            </a:pPr>
            <a:r>
              <a:rPr lang="en-US" sz="1350" dirty="0">
                <a:solidFill>
                  <a:srgbClr val="6D8DFF"/>
                </a:solidFill>
                <a:latin typeface="Arial" pitchFamily="34" charset="0"/>
                <a:ea typeface="Arial" pitchFamily="34" charset="-122"/>
                <a:cs typeface="Arial" pitchFamily="34" charset="-120"/>
              </a:rPr>
              <a:t>IV → V → iii → vi</a:t>
            </a:r>
            <a:endParaRPr lang="en-US" sz="1350" dirty="0"/>
          </a:p>
        </p:txBody>
      </p:sp>
      <p:sp>
        <p:nvSpPr>
          <p:cNvPr id="8" name="Text 6"/>
          <p:cNvSpPr/>
          <p:nvPr/>
        </p:nvSpPr>
        <p:spPr>
          <a:xfrm>
            <a:off x="1143000" y="2551176"/>
            <a:ext cx="5943600" cy="292608"/>
          </a:xfrm>
          <a:prstGeom prst="rect">
            <a:avLst/>
          </a:prstGeom>
          <a:noFill/>
          <a:ln/>
        </p:spPr>
        <p:txBody>
          <a:bodyPr wrap="square" lIns="0" tIns="0" rIns="0" bIns="0" rtlCol="0" anchor="ctr"/>
          <a:lstStyle/>
          <a:p>
            <a:pPr marL="0" indent="0">
              <a:buNone/>
            </a:pPr>
            <a:r>
              <a:rPr lang="en-US" sz="1250" dirty="0">
                <a:solidFill>
                  <a:srgbClr val="A49DBD"/>
                </a:solidFill>
                <a:latin typeface="Arial" pitchFamily="34" charset="0"/>
                <a:ea typeface="Arial" pitchFamily="34" charset="-122"/>
                <a:cs typeface="Arial" pitchFamily="34" charset="-120"/>
              </a:rPr>
              <a:t>切なさと爽やかさが同居する</a:t>
            </a:r>
            <a:endParaRPr lang="en-US" sz="1250" dirty="0"/>
          </a:p>
        </p:txBody>
      </p:sp>
      <p:sp>
        <p:nvSpPr>
          <p:cNvPr id="9" name="Shape 7"/>
          <p:cNvSpPr/>
          <p:nvPr/>
        </p:nvSpPr>
        <p:spPr>
          <a:xfrm>
            <a:off x="777240" y="3172968"/>
            <a:ext cx="201168" cy="201168"/>
          </a:xfrm>
          <a:prstGeom prst="roundRect">
            <a:avLst>
              <a:gd name="adj" fmla="val 31818"/>
            </a:avLst>
          </a:prstGeom>
          <a:solidFill>
            <a:srgbClr val="4ADE80"/>
          </a:solidFill>
          <a:ln/>
        </p:spPr>
        <p:txBody>
          <a:bodyPr/>
          <a:lstStyle/>
          <a:p>
            <a:endParaRPr lang="ja-JP" altLang="en-US"/>
          </a:p>
        </p:txBody>
      </p:sp>
      <p:sp>
        <p:nvSpPr>
          <p:cNvPr id="10" name="Text 8"/>
          <p:cNvSpPr/>
          <p:nvPr/>
        </p:nvSpPr>
        <p:spPr>
          <a:xfrm>
            <a:off x="1143000" y="3044952"/>
            <a:ext cx="1645920" cy="329184"/>
          </a:xfrm>
          <a:prstGeom prst="rect">
            <a:avLst/>
          </a:prstGeom>
          <a:noFill/>
          <a:ln/>
        </p:spPr>
        <p:txBody>
          <a:bodyPr wrap="square" lIns="0" tIns="0" rIns="0" bIns="0" rtlCol="0" anchor="ctr"/>
          <a:lstStyle/>
          <a:p>
            <a:pPr marL="0" indent="0">
              <a:buNone/>
            </a:pPr>
            <a:r>
              <a:rPr lang="en-US" sz="1500" b="1" dirty="0">
                <a:solidFill>
                  <a:srgbClr val="ECE9F5"/>
                </a:solidFill>
                <a:latin typeface="Arial" pitchFamily="34" charset="0"/>
                <a:ea typeface="Arial" pitchFamily="34" charset="-122"/>
                <a:cs typeface="Arial" pitchFamily="34" charset="-120"/>
              </a:rPr>
              <a:t>カノン進行</a:t>
            </a:r>
            <a:endParaRPr lang="en-US" sz="1500" dirty="0"/>
          </a:p>
        </p:txBody>
      </p:sp>
      <p:sp>
        <p:nvSpPr>
          <p:cNvPr id="11" name="Text 9"/>
          <p:cNvSpPr/>
          <p:nvPr/>
        </p:nvSpPr>
        <p:spPr>
          <a:xfrm>
            <a:off x="2880360" y="3044952"/>
            <a:ext cx="4206240" cy="329184"/>
          </a:xfrm>
          <a:prstGeom prst="rect">
            <a:avLst/>
          </a:prstGeom>
          <a:noFill/>
          <a:ln/>
        </p:spPr>
        <p:txBody>
          <a:bodyPr wrap="square" lIns="0" tIns="0" rIns="0" bIns="0" rtlCol="0" anchor="ctr"/>
          <a:lstStyle/>
          <a:p>
            <a:pPr marL="0" indent="0">
              <a:buNone/>
            </a:pPr>
            <a:r>
              <a:rPr lang="en-US" sz="1350" dirty="0">
                <a:solidFill>
                  <a:srgbClr val="4ADE80"/>
                </a:solidFill>
                <a:latin typeface="Arial" pitchFamily="34" charset="0"/>
                <a:ea typeface="Arial" pitchFamily="34" charset="-122"/>
                <a:cs typeface="Arial" pitchFamily="34" charset="-120"/>
              </a:rPr>
              <a:t>I → V → vi → iii → IV → I → IV → V</a:t>
            </a:r>
            <a:endParaRPr lang="en-US" sz="1350" dirty="0"/>
          </a:p>
        </p:txBody>
      </p:sp>
      <p:sp>
        <p:nvSpPr>
          <p:cNvPr id="12" name="Text 10"/>
          <p:cNvSpPr/>
          <p:nvPr/>
        </p:nvSpPr>
        <p:spPr>
          <a:xfrm>
            <a:off x="1143000" y="3392424"/>
            <a:ext cx="5943600" cy="292608"/>
          </a:xfrm>
          <a:prstGeom prst="rect">
            <a:avLst/>
          </a:prstGeom>
          <a:noFill/>
          <a:ln/>
        </p:spPr>
        <p:txBody>
          <a:bodyPr wrap="square" lIns="0" tIns="0" rIns="0" bIns="0" rtlCol="0" anchor="ctr"/>
          <a:lstStyle/>
          <a:p>
            <a:pPr marL="0" indent="0">
              <a:buNone/>
            </a:pPr>
            <a:r>
              <a:rPr lang="en-US" sz="1250" dirty="0">
                <a:solidFill>
                  <a:srgbClr val="A49DBD"/>
                </a:solidFill>
                <a:latin typeface="Arial" pitchFamily="34" charset="0"/>
                <a:ea typeface="Arial" pitchFamily="34" charset="-122"/>
                <a:cs typeface="Arial" pitchFamily="34" charset="-120"/>
              </a:rPr>
              <a:t>壮大で感動的な定番バラード</a:t>
            </a:r>
            <a:endParaRPr lang="en-US" sz="1250" dirty="0"/>
          </a:p>
        </p:txBody>
      </p:sp>
      <p:sp>
        <p:nvSpPr>
          <p:cNvPr id="13" name="Shape 11"/>
          <p:cNvSpPr/>
          <p:nvPr/>
        </p:nvSpPr>
        <p:spPr>
          <a:xfrm>
            <a:off x="777240" y="4014216"/>
            <a:ext cx="201168" cy="201168"/>
          </a:xfrm>
          <a:prstGeom prst="roundRect">
            <a:avLst>
              <a:gd name="adj" fmla="val 31818"/>
            </a:avLst>
          </a:prstGeom>
          <a:solidFill>
            <a:srgbClr val="F0A63C"/>
          </a:solidFill>
          <a:ln/>
        </p:spPr>
        <p:txBody>
          <a:bodyPr/>
          <a:lstStyle/>
          <a:p>
            <a:endParaRPr lang="ja-JP" altLang="en-US"/>
          </a:p>
        </p:txBody>
      </p:sp>
      <p:sp>
        <p:nvSpPr>
          <p:cNvPr id="14" name="Text 12"/>
          <p:cNvSpPr/>
          <p:nvPr/>
        </p:nvSpPr>
        <p:spPr>
          <a:xfrm>
            <a:off x="1143000" y="3886200"/>
            <a:ext cx="1645920" cy="329184"/>
          </a:xfrm>
          <a:prstGeom prst="rect">
            <a:avLst/>
          </a:prstGeom>
          <a:noFill/>
          <a:ln/>
        </p:spPr>
        <p:txBody>
          <a:bodyPr wrap="square" lIns="0" tIns="0" rIns="0" bIns="0" rtlCol="0" anchor="ctr"/>
          <a:lstStyle/>
          <a:p>
            <a:pPr marL="0" indent="0">
              <a:buNone/>
            </a:pPr>
            <a:r>
              <a:rPr lang="en-US" sz="1500" b="1" dirty="0">
                <a:solidFill>
                  <a:srgbClr val="ECE9F5"/>
                </a:solidFill>
                <a:latin typeface="Arial" pitchFamily="34" charset="0"/>
                <a:ea typeface="Arial" pitchFamily="34" charset="-122"/>
                <a:cs typeface="Arial" pitchFamily="34" charset="-120"/>
              </a:rPr>
              <a:t>小室進行</a:t>
            </a:r>
            <a:endParaRPr lang="en-US" sz="1500" dirty="0"/>
          </a:p>
        </p:txBody>
      </p:sp>
      <p:sp>
        <p:nvSpPr>
          <p:cNvPr id="15" name="Text 13"/>
          <p:cNvSpPr/>
          <p:nvPr/>
        </p:nvSpPr>
        <p:spPr>
          <a:xfrm>
            <a:off x="2880360" y="3886200"/>
            <a:ext cx="4206240" cy="329184"/>
          </a:xfrm>
          <a:prstGeom prst="rect">
            <a:avLst/>
          </a:prstGeom>
          <a:noFill/>
          <a:ln/>
        </p:spPr>
        <p:txBody>
          <a:bodyPr wrap="square" lIns="0" tIns="0" rIns="0" bIns="0" rtlCol="0" anchor="ctr"/>
          <a:lstStyle/>
          <a:p>
            <a:pPr marL="0" indent="0">
              <a:buNone/>
            </a:pPr>
            <a:r>
              <a:rPr lang="en-US" sz="1350" dirty="0">
                <a:solidFill>
                  <a:srgbClr val="F0A63C"/>
                </a:solidFill>
                <a:latin typeface="Arial" pitchFamily="34" charset="0"/>
                <a:ea typeface="Arial" pitchFamily="34" charset="-122"/>
                <a:cs typeface="Arial" pitchFamily="34" charset="-120"/>
              </a:rPr>
              <a:t>vi → IV → V → I</a:t>
            </a:r>
            <a:endParaRPr lang="en-US" sz="1350" dirty="0"/>
          </a:p>
        </p:txBody>
      </p:sp>
      <p:sp>
        <p:nvSpPr>
          <p:cNvPr id="16" name="Text 14"/>
          <p:cNvSpPr/>
          <p:nvPr/>
        </p:nvSpPr>
        <p:spPr>
          <a:xfrm>
            <a:off x="1143000" y="4233672"/>
            <a:ext cx="5943600" cy="292608"/>
          </a:xfrm>
          <a:prstGeom prst="rect">
            <a:avLst/>
          </a:prstGeom>
          <a:noFill/>
          <a:ln/>
        </p:spPr>
        <p:txBody>
          <a:bodyPr wrap="square" lIns="0" tIns="0" rIns="0" bIns="0" rtlCol="0" anchor="ctr"/>
          <a:lstStyle/>
          <a:p>
            <a:pPr marL="0" indent="0">
              <a:buNone/>
            </a:pPr>
            <a:r>
              <a:rPr lang="en-US" sz="1250" dirty="0">
                <a:solidFill>
                  <a:srgbClr val="A49DBD"/>
                </a:solidFill>
                <a:latin typeface="Arial" pitchFamily="34" charset="0"/>
                <a:ea typeface="Arial" pitchFamily="34" charset="-122"/>
                <a:cs typeface="Arial" pitchFamily="34" charset="-120"/>
              </a:rPr>
              <a:t>90年代J-POPに多い疾走感</a:t>
            </a:r>
            <a:endParaRPr lang="en-US" sz="1250" dirty="0"/>
          </a:p>
        </p:txBody>
      </p:sp>
      <p:sp>
        <p:nvSpPr>
          <p:cNvPr id="17" name="Shape 15"/>
          <p:cNvSpPr/>
          <p:nvPr/>
        </p:nvSpPr>
        <p:spPr>
          <a:xfrm>
            <a:off x="777240" y="4855464"/>
            <a:ext cx="201168" cy="201168"/>
          </a:xfrm>
          <a:prstGeom prst="roundRect">
            <a:avLst>
              <a:gd name="adj" fmla="val 31818"/>
            </a:avLst>
          </a:prstGeom>
          <a:solidFill>
            <a:srgbClr val="F472B6"/>
          </a:solidFill>
          <a:ln/>
        </p:spPr>
        <p:txBody>
          <a:bodyPr/>
          <a:lstStyle/>
          <a:p>
            <a:endParaRPr lang="ja-JP" altLang="en-US"/>
          </a:p>
        </p:txBody>
      </p:sp>
      <p:sp>
        <p:nvSpPr>
          <p:cNvPr id="18" name="Text 16"/>
          <p:cNvSpPr/>
          <p:nvPr/>
        </p:nvSpPr>
        <p:spPr>
          <a:xfrm>
            <a:off x="1143000" y="4727448"/>
            <a:ext cx="1645920" cy="329184"/>
          </a:xfrm>
          <a:prstGeom prst="rect">
            <a:avLst/>
          </a:prstGeom>
          <a:noFill/>
          <a:ln/>
        </p:spPr>
        <p:txBody>
          <a:bodyPr wrap="square" lIns="0" tIns="0" rIns="0" bIns="0" rtlCol="0" anchor="ctr"/>
          <a:lstStyle/>
          <a:p>
            <a:pPr marL="0" indent="0">
              <a:buNone/>
            </a:pPr>
            <a:r>
              <a:rPr lang="en-US" sz="1500" b="1" dirty="0">
                <a:solidFill>
                  <a:srgbClr val="ECE9F5"/>
                </a:solidFill>
                <a:latin typeface="Arial" pitchFamily="34" charset="0"/>
                <a:ea typeface="Arial" pitchFamily="34" charset="-122"/>
                <a:cs typeface="Arial" pitchFamily="34" charset="-120"/>
              </a:rPr>
              <a:t>丸サ進行</a:t>
            </a:r>
            <a:endParaRPr lang="en-US" sz="1500" dirty="0"/>
          </a:p>
        </p:txBody>
      </p:sp>
      <p:sp>
        <p:nvSpPr>
          <p:cNvPr id="19" name="Text 17"/>
          <p:cNvSpPr/>
          <p:nvPr/>
        </p:nvSpPr>
        <p:spPr>
          <a:xfrm>
            <a:off x="2880360" y="4727448"/>
            <a:ext cx="4206240" cy="329184"/>
          </a:xfrm>
          <a:prstGeom prst="rect">
            <a:avLst/>
          </a:prstGeom>
          <a:noFill/>
          <a:ln/>
        </p:spPr>
        <p:txBody>
          <a:bodyPr wrap="square" lIns="0" tIns="0" rIns="0" bIns="0" rtlCol="0" anchor="ctr"/>
          <a:lstStyle/>
          <a:p>
            <a:pPr marL="0" indent="0">
              <a:buNone/>
            </a:pPr>
            <a:r>
              <a:rPr lang="en-US" sz="1350" dirty="0">
                <a:solidFill>
                  <a:srgbClr val="F472B6"/>
                </a:solidFill>
                <a:latin typeface="Arial" pitchFamily="34" charset="0"/>
                <a:ea typeface="Arial" pitchFamily="34" charset="-122"/>
                <a:cs typeface="Arial" pitchFamily="34" charset="-120"/>
              </a:rPr>
              <a:t>IVM7 → III7 → VIm7 → I7</a:t>
            </a:r>
            <a:endParaRPr lang="en-US" sz="1350" dirty="0"/>
          </a:p>
        </p:txBody>
      </p:sp>
      <p:sp>
        <p:nvSpPr>
          <p:cNvPr id="20" name="Text 18"/>
          <p:cNvSpPr/>
          <p:nvPr/>
        </p:nvSpPr>
        <p:spPr>
          <a:xfrm>
            <a:off x="1143000" y="5074920"/>
            <a:ext cx="5943600" cy="292608"/>
          </a:xfrm>
          <a:prstGeom prst="rect">
            <a:avLst/>
          </a:prstGeom>
          <a:noFill/>
          <a:ln/>
        </p:spPr>
        <p:txBody>
          <a:bodyPr wrap="square" lIns="0" tIns="0" rIns="0" bIns="0" rtlCol="0" anchor="ctr"/>
          <a:lstStyle/>
          <a:p>
            <a:pPr marL="0" indent="0">
              <a:buNone/>
            </a:pPr>
            <a:r>
              <a:rPr lang="en-US" sz="1250" dirty="0">
                <a:solidFill>
                  <a:srgbClr val="A49DBD"/>
                </a:solidFill>
                <a:latin typeface="Arial" pitchFamily="34" charset="0"/>
                <a:ea typeface="Arial" pitchFamily="34" charset="-122"/>
                <a:cs typeface="Arial" pitchFamily="34" charset="-120"/>
              </a:rPr>
              <a:t>おしゃれでジャジーな都会の響き</a:t>
            </a:r>
            <a:endParaRPr lang="en-US" sz="1250" dirty="0"/>
          </a:p>
        </p:txBody>
      </p:sp>
      <p:sp>
        <p:nvSpPr>
          <p:cNvPr id="21" name="Shape 19"/>
          <p:cNvSpPr/>
          <p:nvPr/>
        </p:nvSpPr>
        <p:spPr>
          <a:xfrm>
            <a:off x="6949440" y="2148840"/>
            <a:ext cx="4465015" cy="3429000"/>
          </a:xfrm>
          <a:prstGeom prst="roundRect">
            <a:avLst>
              <a:gd name="adj" fmla="val 1600"/>
            </a:avLst>
          </a:prstGeom>
          <a:solidFill>
            <a:srgbClr val="1D1A26"/>
          </a:solidFill>
          <a:ln w="12700">
            <a:solidFill>
              <a:srgbClr val="33304A"/>
            </a:solidFill>
            <a:prstDash val="solid"/>
          </a:ln>
        </p:spPr>
        <p:txBody>
          <a:bodyPr/>
          <a:lstStyle/>
          <a:p>
            <a:endParaRPr lang="ja-JP" altLang="en-US"/>
          </a:p>
        </p:txBody>
      </p:sp>
      <p:sp>
        <p:nvSpPr>
          <p:cNvPr id="22" name="Text 20"/>
          <p:cNvSpPr/>
          <p:nvPr/>
        </p:nvSpPr>
        <p:spPr>
          <a:xfrm>
            <a:off x="7333488" y="2395728"/>
            <a:ext cx="3696919" cy="329184"/>
          </a:xfrm>
          <a:prstGeom prst="rect">
            <a:avLst/>
          </a:prstGeom>
          <a:noFill/>
          <a:ln/>
        </p:spPr>
        <p:txBody>
          <a:bodyPr wrap="square" lIns="0" tIns="0" rIns="0" bIns="0" rtlCol="0" anchor="ctr"/>
          <a:lstStyle/>
          <a:p>
            <a:pPr marL="0" indent="0">
              <a:buNone/>
            </a:pPr>
            <a:r>
              <a:rPr lang="en-US" sz="1700" b="1" dirty="0">
                <a:solidFill>
                  <a:srgbClr val="ECE9F5"/>
                </a:solidFill>
                <a:latin typeface="Arial" pitchFamily="34" charset="0"/>
                <a:ea typeface="Arial" pitchFamily="34" charset="-122"/>
                <a:cs typeface="Arial" pitchFamily="34" charset="-120"/>
              </a:rPr>
              <a:t>逆引き検索</a:t>
            </a:r>
            <a:endParaRPr lang="en-US" sz="1700" dirty="0"/>
          </a:p>
        </p:txBody>
      </p:sp>
      <p:sp>
        <p:nvSpPr>
          <p:cNvPr id="23" name="Text 21"/>
          <p:cNvSpPr/>
          <p:nvPr/>
        </p:nvSpPr>
        <p:spPr>
          <a:xfrm>
            <a:off x="7333488" y="2788920"/>
            <a:ext cx="3696919" cy="548640"/>
          </a:xfrm>
          <a:prstGeom prst="rect">
            <a:avLst/>
          </a:prstGeom>
          <a:noFill/>
          <a:ln/>
        </p:spPr>
        <p:txBody>
          <a:bodyPr wrap="square" lIns="0" tIns="0" rIns="0" bIns="0" rtlCol="0" anchor="ctr"/>
          <a:lstStyle/>
          <a:p>
            <a:pPr marL="0" indent="0">
              <a:lnSpc>
                <a:spcPct val="145000"/>
              </a:lnSpc>
              <a:buNone/>
            </a:pPr>
            <a:r>
              <a:rPr lang="en-US" sz="1300" dirty="0">
                <a:solidFill>
                  <a:srgbClr val="A49DBD"/>
                </a:solidFill>
                <a:latin typeface="Arial" pitchFamily="34" charset="0"/>
                <a:ea typeface="Arial" pitchFamily="34" charset="-122"/>
                <a:cs typeface="Arial" pitchFamily="34" charset="-120"/>
              </a:rPr>
              <a:t>自分が並べた進行を度数に直して、楽曲データベースと照らし合わせます。</a:t>
            </a:r>
            <a:endParaRPr lang="en-US" sz="1300" dirty="0"/>
          </a:p>
        </p:txBody>
      </p:sp>
      <p:sp>
        <p:nvSpPr>
          <p:cNvPr id="24" name="Shape 22"/>
          <p:cNvSpPr/>
          <p:nvPr/>
        </p:nvSpPr>
        <p:spPr>
          <a:xfrm>
            <a:off x="7333488" y="3429000"/>
            <a:ext cx="3696919" cy="777240"/>
          </a:xfrm>
          <a:prstGeom prst="roundRect">
            <a:avLst>
              <a:gd name="adj" fmla="val 7059"/>
            </a:avLst>
          </a:prstGeom>
          <a:solidFill>
            <a:srgbClr val="262233"/>
          </a:solidFill>
          <a:ln/>
        </p:spPr>
        <p:txBody>
          <a:bodyPr/>
          <a:lstStyle/>
          <a:p>
            <a:endParaRPr lang="ja-JP" altLang="en-US"/>
          </a:p>
        </p:txBody>
      </p:sp>
      <p:sp>
        <p:nvSpPr>
          <p:cNvPr id="25" name="Text 23"/>
          <p:cNvSpPr/>
          <p:nvPr/>
        </p:nvSpPr>
        <p:spPr>
          <a:xfrm>
            <a:off x="7516368" y="3429000"/>
            <a:ext cx="3331159" cy="777240"/>
          </a:xfrm>
          <a:prstGeom prst="rect">
            <a:avLst/>
          </a:prstGeom>
          <a:noFill/>
          <a:ln/>
        </p:spPr>
        <p:txBody>
          <a:bodyPr wrap="square" lIns="0" tIns="0" rIns="0" bIns="0" rtlCol="0" anchor="ctr"/>
          <a:lstStyle/>
          <a:p>
            <a:pPr marL="0" indent="0">
              <a:lnSpc>
                <a:spcPct val="125000"/>
              </a:lnSpc>
              <a:buNone/>
            </a:pPr>
            <a:r>
              <a:rPr lang="en-US" sz="1450" b="1" dirty="0">
                <a:solidFill>
                  <a:srgbClr val="35C7D9"/>
                </a:solidFill>
                <a:latin typeface="Arial" pitchFamily="34" charset="0"/>
                <a:ea typeface="Arial" pitchFamily="34" charset="-122"/>
                <a:cs typeface="Arial" pitchFamily="34" charset="-120"/>
              </a:rPr>
              <a:t>その進行、Lemon と</a:t>
            </a:r>
            <a:endParaRPr lang="en-US" sz="1450" dirty="0"/>
          </a:p>
          <a:p>
            <a:pPr marL="0" indent="0">
              <a:lnSpc>
                <a:spcPct val="125000"/>
              </a:lnSpc>
              <a:buNone/>
            </a:pPr>
            <a:r>
              <a:rPr lang="en-US" sz="1450" b="1" dirty="0">
                <a:solidFill>
                  <a:srgbClr val="35C7D9"/>
                </a:solidFill>
                <a:latin typeface="Arial" pitchFamily="34" charset="0"/>
                <a:ea typeface="Arial" pitchFamily="34" charset="-122"/>
                <a:cs typeface="Arial" pitchFamily="34" charset="-120"/>
              </a:rPr>
              <a:t>同じ小室進行です</a:t>
            </a:r>
            <a:endParaRPr lang="en-US" sz="1450" dirty="0"/>
          </a:p>
        </p:txBody>
      </p:sp>
      <p:sp>
        <p:nvSpPr>
          <p:cNvPr id="26" name="Text 24"/>
          <p:cNvSpPr/>
          <p:nvPr/>
        </p:nvSpPr>
        <p:spPr>
          <a:xfrm>
            <a:off x="7333488" y="4343400"/>
            <a:ext cx="3696919" cy="1005840"/>
          </a:xfrm>
          <a:prstGeom prst="rect">
            <a:avLst/>
          </a:prstGeom>
          <a:noFill/>
          <a:ln/>
        </p:spPr>
        <p:txBody>
          <a:bodyPr wrap="square" lIns="0" tIns="0" rIns="0" bIns="0" rtlCol="0" anchor="ctr"/>
          <a:lstStyle/>
          <a:p>
            <a:pPr marL="0" indent="0">
              <a:lnSpc>
                <a:spcPct val="145000"/>
              </a:lnSpc>
              <a:buNone/>
            </a:pPr>
            <a:r>
              <a:rPr lang="en-US" sz="1300" dirty="0">
                <a:solidFill>
                  <a:srgbClr val="A49DBD"/>
                </a:solidFill>
                <a:latin typeface="Arial" pitchFamily="34" charset="0"/>
                <a:ea typeface="Arial" pitchFamily="34" charset="-122"/>
                <a:cs typeface="Arial" pitchFamily="34" charset="-120"/>
              </a:rPr>
              <a:t>ぴったり一致しなくても「王道進行の3つ目だけ違う形」まで返すので、外したときのほうが学びになります。</a:t>
            </a:r>
            <a:endParaRPr lang="en-US" sz="1300" dirty="0"/>
          </a:p>
        </p:txBody>
      </p:sp>
      <p:sp>
        <p:nvSpPr>
          <p:cNvPr id="27" name="Text 25"/>
          <p:cNvSpPr/>
          <p:nvPr/>
        </p:nvSpPr>
        <p:spPr>
          <a:xfrm>
            <a:off x="777240" y="5852160"/>
            <a:ext cx="10637215" cy="365760"/>
          </a:xfrm>
          <a:prstGeom prst="rect">
            <a:avLst/>
          </a:prstGeom>
          <a:noFill/>
          <a:ln/>
        </p:spPr>
        <p:txBody>
          <a:bodyPr wrap="square" lIns="0" tIns="0" rIns="0" bIns="0" rtlCol="0" anchor="ctr"/>
          <a:lstStyle/>
          <a:p>
            <a:pPr marL="0" indent="0">
              <a:buNone/>
            </a:pPr>
            <a:r>
              <a:rPr lang="en-US" sz="1250" dirty="0">
                <a:solidFill>
                  <a:srgbClr val="6F6889"/>
                </a:solidFill>
                <a:latin typeface="Arial" pitchFamily="34" charset="0"/>
                <a:ea typeface="Arial" pitchFamily="34" charset="-122"/>
                <a:cs typeface="Arial" pitchFamily="34" charset="-120"/>
              </a:rPr>
              <a:t>曲名・アーティスト名・進行という事実だけを扱い、音源も歌詞も楽譜も使っていません。載せる前に自分の耳とコード譜で1曲ずつ確かめています。</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21A"/>
        </a:solidFill>
        <a:effectLst/>
      </p:bgPr>
    </p:bg>
    <p:spTree>
      <p:nvGrpSpPr>
        <p:cNvPr id="1" name=""/>
        <p:cNvGrpSpPr/>
        <p:nvPr/>
      </p:nvGrpSpPr>
      <p:grpSpPr>
        <a:xfrm>
          <a:off x="0" y="0"/>
          <a:ext cx="0" cy="0"/>
          <a:chOff x="0" y="0"/>
          <a:chExt cx="0" cy="0"/>
        </a:xfrm>
      </p:grpSpPr>
      <p:sp>
        <p:nvSpPr>
          <p:cNvPr id="2" name="Text 0"/>
          <p:cNvSpPr/>
          <p:nvPr/>
        </p:nvSpPr>
        <p:spPr>
          <a:xfrm>
            <a:off x="777240" y="420624"/>
            <a:ext cx="10637215" cy="256032"/>
          </a:xfrm>
          <a:prstGeom prst="rect">
            <a:avLst/>
          </a:prstGeom>
          <a:noFill/>
          <a:ln/>
        </p:spPr>
        <p:txBody>
          <a:bodyPr wrap="square" lIns="0" tIns="0" rIns="0" bIns="0" rtlCol="0" anchor="ctr"/>
          <a:lstStyle/>
          <a:p>
            <a:pPr marL="0" indent="0">
              <a:buNone/>
            </a:pPr>
            <a:r>
              <a:rPr lang="en-US" sz="1150" b="1" kern="0" spc="350" dirty="0">
                <a:solidFill>
                  <a:srgbClr val="6D8DFF"/>
                </a:solidFill>
                <a:latin typeface="Arial" pitchFamily="34" charset="0"/>
                <a:ea typeface="Arial" pitchFamily="34" charset="-122"/>
                <a:cs typeface="Arial" pitchFamily="34" charset="-120"/>
              </a:rPr>
              <a:t>機能 05 ／ 魔法陣</a:t>
            </a:r>
            <a:endParaRPr lang="en-US" sz="1150" dirty="0"/>
          </a:p>
        </p:txBody>
      </p:sp>
      <p:sp>
        <p:nvSpPr>
          <p:cNvPr id="3" name="Text 1"/>
          <p:cNvSpPr/>
          <p:nvPr/>
        </p:nvSpPr>
        <p:spPr>
          <a:xfrm>
            <a:off x="777240" y="749808"/>
            <a:ext cx="10637215" cy="640080"/>
          </a:xfrm>
          <a:prstGeom prst="rect">
            <a:avLst/>
          </a:prstGeom>
          <a:noFill/>
          <a:ln/>
        </p:spPr>
        <p:txBody>
          <a:bodyPr wrap="square" lIns="0" tIns="0" rIns="0" bIns="0" rtlCol="0" anchor="t"/>
          <a:lstStyle/>
          <a:p>
            <a:pPr marL="0" indent="0">
              <a:buNone/>
            </a:pPr>
            <a:r>
              <a:rPr lang="en-US" sz="3200" b="1" dirty="0">
                <a:solidFill>
                  <a:srgbClr val="ECE9F5"/>
                </a:solidFill>
                <a:latin typeface="Arial" pitchFamily="34" charset="0"/>
                <a:ea typeface="Arial" pitchFamily="34" charset="-122"/>
                <a:cs typeface="Arial" pitchFamily="34" charset="-120"/>
              </a:rPr>
              <a:t>コード進行は、円の上の移動として見える。</a:t>
            </a:r>
            <a:endParaRPr lang="en-US" sz="3200" dirty="0"/>
          </a:p>
        </p:txBody>
      </p:sp>
      <p:sp>
        <p:nvSpPr>
          <p:cNvPr id="4" name="Text 2"/>
          <p:cNvSpPr/>
          <p:nvPr/>
        </p:nvSpPr>
        <p:spPr>
          <a:xfrm>
            <a:off x="777240" y="1572768"/>
            <a:ext cx="10637215" cy="365760"/>
          </a:xfrm>
          <a:prstGeom prst="rect">
            <a:avLst/>
          </a:prstGeom>
          <a:noFill/>
          <a:ln/>
        </p:spPr>
        <p:txBody>
          <a:bodyPr wrap="square" lIns="0" tIns="0" rIns="0" bIns="0" rtlCol="0" anchor="ctr"/>
          <a:lstStyle/>
          <a:p>
            <a:pPr marL="0" indent="0">
              <a:buNone/>
            </a:pPr>
            <a:r>
              <a:rPr lang="en-US" sz="1400" dirty="0">
                <a:solidFill>
                  <a:srgbClr val="A49DBD"/>
                </a:solidFill>
                <a:latin typeface="Arial" pitchFamily="34" charset="0"/>
                <a:ea typeface="Arial" pitchFamily="34" charset="-122"/>
                <a:cs typeface="Arial" pitchFamily="34" charset="-120"/>
              </a:rPr>
              <a:t>五度圏です。進行を再生すると、いま鳴っているコードのルートが円の上を移動していきます。</a:t>
            </a:r>
            <a:endParaRPr lang="en-US" sz="1400" dirty="0"/>
          </a:p>
        </p:txBody>
      </p:sp>
      <p:sp>
        <p:nvSpPr>
          <p:cNvPr id="5" name="Shape 3"/>
          <p:cNvSpPr/>
          <p:nvPr/>
        </p:nvSpPr>
        <p:spPr>
          <a:xfrm>
            <a:off x="1764792" y="2130552"/>
            <a:ext cx="4059936" cy="4059936"/>
          </a:xfrm>
          <a:prstGeom prst="ellipse">
            <a:avLst/>
          </a:prstGeom>
          <a:solidFill>
            <a:srgbClr val="1D1A26"/>
          </a:solidFill>
          <a:ln w="12700">
            <a:solidFill>
              <a:srgbClr val="33304A"/>
            </a:solidFill>
            <a:prstDash val="solid"/>
          </a:ln>
        </p:spPr>
        <p:txBody>
          <a:bodyPr/>
          <a:lstStyle/>
          <a:p>
            <a:endParaRPr lang="ja-JP" altLang="en-US"/>
          </a:p>
        </p:txBody>
      </p:sp>
      <p:sp>
        <p:nvSpPr>
          <p:cNvPr id="6" name="Shape 4"/>
          <p:cNvSpPr/>
          <p:nvPr/>
        </p:nvSpPr>
        <p:spPr>
          <a:xfrm>
            <a:off x="3557016" y="2350008"/>
            <a:ext cx="475488" cy="475488"/>
          </a:xfrm>
          <a:prstGeom prst="ellipse">
            <a:avLst/>
          </a:prstGeom>
          <a:solidFill>
            <a:srgbClr val="F472B6"/>
          </a:solidFill>
          <a:ln/>
        </p:spPr>
        <p:txBody>
          <a:bodyPr/>
          <a:lstStyle/>
          <a:p>
            <a:endParaRPr lang="ja-JP" altLang="en-US"/>
          </a:p>
        </p:txBody>
      </p:sp>
      <p:sp>
        <p:nvSpPr>
          <p:cNvPr id="7" name="Text 5"/>
          <p:cNvSpPr/>
          <p:nvPr/>
        </p:nvSpPr>
        <p:spPr>
          <a:xfrm>
            <a:off x="3557016" y="2350008"/>
            <a:ext cx="475488" cy="475488"/>
          </a:xfrm>
          <a:prstGeom prst="rect">
            <a:avLst/>
          </a:prstGeom>
          <a:noFill/>
          <a:ln/>
        </p:spPr>
        <p:txBody>
          <a:bodyPr wrap="square" lIns="0" tIns="0" rIns="0" bIns="0" rtlCol="0" anchor="ctr"/>
          <a:lstStyle/>
          <a:p>
            <a:pPr marL="0" indent="0" algn="ctr">
              <a:buNone/>
            </a:pPr>
            <a:r>
              <a:rPr lang="en-US" sz="1150" b="1" dirty="0">
                <a:solidFill>
                  <a:srgbClr val="141019"/>
                </a:solidFill>
                <a:latin typeface="Arial" pitchFamily="34" charset="0"/>
                <a:ea typeface="Arial" pitchFamily="34" charset="-122"/>
                <a:cs typeface="Arial" pitchFamily="34" charset="-120"/>
              </a:rPr>
              <a:t>C</a:t>
            </a:r>
            <a:endParaRPr lang="en-US" sz="1150" dirty="0"/>
          </a:p>
        </p:txBody>
      </p:sp>
      <p:sp>
        <p:nvSpPr>
          <p:cNvPr id="8" name="Shape 6"/>
          <p:cNvSpPr/>
          <p:nvPr/>
        </p:nvSpPr>
        <p:spPr>
          <a:xfrm>
            <a:off x="4343400" y="2560719"/>
            <a:ext cx="475488" cy="475488"/>
          </a:xfrm>
          <a:prstGeom prst="ellipse">
            <a:avLst/>
          </a:prstGeom>
          <a:solidFill>
            <a:srgbClr val="F0A63C"/>
          </a:solidFill>
          <a:ln/>
        </p:spPr>
        <p:txBody>
          <a:bodyPr/>
          <a:lstStyle/>
          <a:p>
            <a:endParaRPr lang="ja-JP" altLang="en-US"/>
          </a:p>
        </p:txBody>
      </p:sp>
      <p:sp>
        <p:nvSpPr>
          <p:cNvPr id="9" name="Text 7"/>
          <p:cNvSpPr/>
          <p:nvPr/>
        </p:nvSpPr>
        <p:spPr>
          <a:xfrm>
            <a:off x="4343400" y="2560719"/>
            <a:ext cx="475488" cy="475488"/>
          </a:xfrm>
          <a:prstGeom prst="rect">
            <a:avLst/>
          </a:prstGeom>
          <a:noFill/>
          <a:ln/>
        </p:spPr>
        <p:txBody>
          <a:bodyPr wrap="square" lIns="0" tIns="0" rIns="0" bIns="0" rtlCol="0" anchor="ctr"/>
          <a:lstStyle/>
          <a:p>
            <a:pPr marL="0" indent="0" algn="ctr">
              <a:buNone/>
            </a:pPr>
            <a:r>
              <a:rPr lang="en-US" sz="1150" b="1" dirty="0">
                <a:solidFill>
                  <a:srgbClr val="141019"/>
                </a:solidFill>
                <a:latin typeface="Arial" pitchFamily="34" charset="0"/>
                <a:ea typeface="Arial" pitchFamily="34" charset="-122"/>
                <a:cs typeface="Arial" pitchFamily="34" charset="-120"/>
              </a:rPr>
              <a:t>G</a:t>
            </a:r>
            <a:endParaRPr lang="en-US" sz="1150" dirty="0"/>
          </a:p>
        </p:txBody>
      </p:sp>
      <p:sp>
        <p:nvSpPr>
          <p:cNvPr id="10" name="Shape 8"/>
          <p:cNvSpPr/>
          <p:nvPr/>
        </p:nvSpPr>
        <p:spPr>
          <a:xfrm>
            <a:off x="4919073" y="3136392"/>
            <a:ext cx="475488" cy="475488"/>
          </a:xfrm>
          <a:prstGeom prst="ellipse">
            <a:avLst/>
          </a:prstGeom>
          <a:solidFill>
            <a:srgbClr val="262233"/>
          </a:solidFill>
          <a:ln/>
        </p:spPr>
        <p:txBody>
          <a:bodyPr/>
          <a:lstStyle/>
          <a:p>
            <a:endParaRPr lang="ja-JP" altLang="en-US"/>
          </a:p>
        </p:txBody>
      </p:sp>
      <p:sp>
        <p:nvSpPr>
          <p:cNvPr id="11" name="Text 9"/>
          <p:cNvSpPr/>
          <p:nvPr/>
        </p:nvSpPr>
        <p:spPr>
          <a:xfrm>
            <a:off x="4919073" y="3136392"/>
            <a:ext cx="475488" cy="475488"/>
          </a:xfrm>
          <a:prstGeom prst="rect">
            <a:avLst/>
          </a:prstGeom>
          <a:noFill/>
          <a:ln/>
        </p:spPr>
        <p:txBody>
          <a:bodyPr wrap="square" lIns="0" tIns="0" rIns="0" bIns="0" rtlCol="0" anchor="ctr"/>
          <a:lstStyle/>
          <a:p>
            <a:pPr marL="0" indent="0" algn="ctr">
              <a:buNone/>
            </a:pPr>
            <a:r>
              <a:rPr lang="en-US" sz="1150" b="1" dirty="0">
                <a:solidFill>
                  <a:srgbClr val="A49DBD"/>
                </a:solidFill>
                <a:latin typeface="Arial" pitchFamily="34" charset="0"/>
                <a:ea typeface="Arial" pitchFamily="34" charset="-122"/>
                <a:cs typeface="Arial" pitchFamily="34" charset="-120"/>
              </a:rPr>
              <a:t>D</a:t>
            </a:r>
            <a:endParaRPr lang="en-US" sz="1150" dirty="0"/>
          </a:p>
        </p:txBody>
      </p:sp>
      <p:sp>
        <p:nvSpPr>
          <p:cNvPr id="12" name="Shape 10"/>
          <p:cNvSpPr/>
          <p:nvPr/>
        </p:nvSpPr>
        <p:spPr>
          <a:xfrm>
            <a:off x="5129784" y="3922776"/>
            <a:ext cx="475488" cy="475488"/>
          </a:xfrm>
          <a:prstGeom prst="ellipse">
            <a:avLst/>
          </a:prstGeom>
          <a:solidFill>
            <a:srgbClr val="6D8DFF"/>
          </a:solidFill>
          <a:ln/>
        </p:spPr>
        <p:txBody>
          <a:bodyPr/>
          <a:lstStyle/>
          <a:p>
            <a:endParaRPr lang="ja-JP" altLang="en-US"/>
          </a:p>
        </p:txBody>
      </p:sp>
      <p:sp>
        <p:nvSpPr>
          <p:cNvPr id="13" name="Text 11"/>
          <p:cNvSpPr/>
          <p:nvPr/>
        </p:nvSpPr>
        <p:spPr>
          <a:xfrm>
            <a:off x="5129784" y="3922776"/>
            <a:ext cx="475488" cy="475488"/>
          </a:xfrm>
          <a:prstGeom prst="rect">
            <a:avLst/>
          </a:prstGeom>
          <a:noFill/>
          <a:ln/>
        </p:spPr>
        <p:txBody>
          <a:bodyPr wrap="square" lIns="0" tIns="0" rIns="0" bIns="0" rtlCol="0" anchor="ctr"/>
          <a:lstStyle/>
          <a:p>
            <a:pPr marL="0" indent="0" algn="ctr">
              <a:buNone/>
            </a:pPr>
            <a:r>
              <a:rPr lang="en-US" sz="1150" b="1" dirty="0">
                <a:solidFill>
                  <a:srgbClr val="141019"/>
                </a:solidFill>
                <a:latin typeface="Arial" pitchFamily="34" charset="0"/>
                <a:ea typeface="Arial" pitchFamily="34" charset="-122"/>
                <a:cs typeface="Arial" pitchFamily="34" charset="-120"/>
              </a:rPr>
              <a:t>A</a:t>
            </a:r>
            <a:endParaRPr lang="en-US" sz="1150" dirty="0"/>
          </a:p>
        </p:txBody>
      </p:sp>
      <p:sp>
        <p:nvSpPr>
          <p:cNvPr id="14" name="Shape 12"/>
          <p:cNvSpPr/>
          <p:nvPr/>
        </p:nvSpPr>
        <p:spPr>
          <a:xfrm>
            <a:off x="4919073" y="4709160"/>
            <a:ext cx="475488" cy="475488"/>
          </a:xfrm>
          <a:prstGeom prst="ellipse">
            <a:avLst/>
          </a:prstGeom>
          <a:solidFill>
            <a:srgbClr val="262233"/>
          </a:solidFill>
          <a:ln/>
        </p:spPr>
        <p:txBody>
          <a:bodyPr/>
          <a:lstStyle/>
          <a:p>
            <a:endParaRPr lang="ja-JP" altLang="en-US"/>
          </a:p>
        </p:txBody>
      </p:sp>
      <p:sp>
        <p:nvSpPr>
          <p:cNvPr id="15" name="Text 13"/>
          <p:cNvSpPr/>
          <p:nvPr/>
        </p:nvSpPr>
        <p:spPr>
          <a:xfrm>
            <a:off x="4919073" y="4709160"/>
            <a:ext cx="475488" cy="475488"/>
          </a:xfrm>
          <a:prstGeom prst="rect">
            <a:avLst/>
          </a:prstGeom>
          <a:noFill/>
          <a:ln/>
        </p:spPr>
        <p:txBody>
          <a:bodyPr wrap="square" lIns="0" tIns="0" rIns="0" bIns="0" rtlCol="0" anchor="ctr"/>
          <a:lstStyle/>
          <a:p>
            <a:pPr marL="0" indent="0" algn="ctr">
              <a:buNone/>
            </a:pPr>
            <a:r>
              <a:rPr lang="en-US" sz="1150" b="1" dirty="0">
                <a:solidFill>
                  <a:srgbClr val="A49DBD"/>
                </a:solidFill>
                <a:latin typeface="Arial" pitchFamily="34" charset="0"/>
                <a:ea typeface="Arial" pitchFamily="34" charset="-122"/>
                <a:cs typeface="Arial" pitchFamily="34" charset="-120"/>
              </a:rPr>
              <a:t>E</a:t>
            </a:r>
            <a:endParaRPr lang="en-US" sz="1150" dirty="0"/>
          </a:p>
        </p:txBody>
      </p:sp>
      <p:sp>
        <p:nvSpPr>
          <p:cNvPr id="16" name="Shape 14"/>
          <p:cNvSpPr/>
          <p:nvPr/>
        </p:nvSpPr>
        <p:spPr>
          <a:xfrm>
            <a:off x="4343400" y="5284833"/>
            <a:ext cx="475488" cy="475488"/>
          </a:xfrm>
          <a:prstGeom prst="ellipse">
            <a:avLst/>
          </a:prstGeom>
          <a:solidFill>
            <a:srgbClr val="262233"/>
          </a:solidFill>
          <a:ln/>
        </p:spPr>
        <p:txBody>
          <a:bodyPr/>
          <a:lstStyle/>
          <a:p>
            <a:endParaRPr lang="ja-JP" altLang="en-US"/>
          </a:p>
        </p:txBody>
      </p:sp>
      <p:sp>
        <p:nvSpPr>
          <p:cNvPr id="17" name="Text 15"/>
          <p:cNvSpPr/>
          <p:nvPr/>
        </p:nvSpPr>
        <p:spPr>
          <a:xfrm>
            <a:off x="4343400" y="5284833"/>
            <a:ext cx="475488" cy="475488"/>
          </a:xfrm>
          <a:prstGeom prst="rect">
            <a:avLst/>
          </a:prstGeom>
          <a:noFill/>
          <a:ln/>
        </p:spPr>
        <p:txBody>
          <a:bodyPr wrap="square" lIns="0" tIns="0" rIns="0" bIns="0" rtlCol="0" anchor="ctr"/>
          <a:lstStyle/>
          <a:p>
            <a:pPr marL="0" indent="0" algn="ctr">
              <a:buNone/>
            </a:pPr>
            <a:r>
              <a:rPr lang="en-US" sz="1150" b="1" dirty="0">
                <a:solidFill>
                  <a:srgbClr val="A49DBD"/>
                </a:solidFill>
                <a:latin typeface="Arial" pitchFamily="34" charset="0"/>
                <a:ea typeface="Arial" pitchFamily="34" charset="-122"/>
                <a:cs typeface="Arial" pitchFamily="34" charset="-120"/>
              </a:rPr>
              <a:t>B</a:t>
            </a:r>
            <a:endParaRPr lang="en-US" sz="1150" dirty="0"/>
          </a:p>
        </p:txBody>
      </p:sp>
      <p:sp>
        <p:nvSpPr>
          <p:cNvPr id="18" name="Shape 16"/>
          <p:cNvSpPr/>
          <p:nvPr/>
        </p:nvSpPr>
        <p:spPr>
          <a:xfrm>
            <a:off x="3557016" y="5495544"/>
            <a:ext cx="475488" cy="475488"/>
          </a:xfrm>
          <a:prstGeom prst="ellipse">
            <a:avLst/>
          </a:prstGeom>
          <a:solidFill>
            <a:srgbClr val="262233"/>
          </a:solidFill>
          <a:ln/>
        </p:spPr>
        <p:txBody>
          <a:bodyPr/>
          <a:lstStyle/>
          <a:p>
            <a:endParaRPr lang="ja-JP" altLang="en-US"/>
          </a:p>
        </p:txBody>
      </p:sp>
      <p:sp>
        <p:nvSpPr>
          <p:cNvPr id="19" name="Text 17"/>
          <p:cNvSpPr/>
          <p:nvPr/>
        </p:nvSpPr>
        <p:spPr>
          <a:xfrm>
            <a:off x="3557016" y="5495544"/>
            <a:ext cx="475488" cy="475488"/>
          </a:xfrm>
          <a:prstGeom prst="rect">
            <a:avLst/>
          </a:prstGeom>
          <a:noFill/>
          <a:ln/>
        </p:spPr>
        <p:txBody>
          <a:bodyPr wrap="square" lIns="0" tIns="0" rIns="0" bIns="0" rtlCol="0" anchor="ctr"/>
          <a:lstStyle/>
          <a:p>
            <a:pPr marL="0" indent="0" algn="ctr">
              <a:buNone/>
            </a:pPr>
            <a:r>
              <a:rPr lang="en-US" sz="1150" b="1" dirty="0">
                <a:solidFill>
                  <a:srgbClr val="A49DBD"/>
                </a:solidFill>
                <a:latin typeface="Arial" pitchFamily="34" charset="0"/>
                <a:ea typeface="Arial" pitchFamily="34" charset="-122"/>
                <a:cs typeface="Arial" pitchFamily="34" charset="-120"/>
              </a:rPr>
              <a:t>F#</a:t>
            </a:r>
            <a:endParaRPr lang="en-US" sz="1150" dirty="0"/>
          </a:p>
        </p:txBody>
      </p:sp>
      <p:sp>
        <p:nvSpPr>
          <p:cNvPr id="20" name="Shape 18"/>
          <p:cNvSpPr/>
          <p:nvPr/>
        </p:nvSpPr>
        <p:spPr>
          <a:xfrm>
            <a:off x="2770632" y="5284833"/>
            <a:ext cx="475488" cy="475488"/>
          </a:xfrm>
          <a:prstGeom prst="ellipse">
            <a:avLst/>
          </a:prstGeom>
          <a:solidFill>
            <a:srgbClr val="262233"/>
          </a:solidFill>
          <a:ln/>
        </p:spPr>
        <p:txBody>
          <a:bodyPr/>
          <a:lstStyle/>
          <a:p>
            <a:endParaRPr lang="ja-JP" altLang="en-US"/>
          </a:p>
        </p:txBody>
      </p:sp>
      <p:sp>
        <p:nvSpPr>
          <p:cNvPr id="21" name="Text 19"/>
          <p:cNvSpPr/>
          <p:nvPr/>
        </p:nvSpPr>
        <p:spPr>
          <a:xfrm>
            <a:off x="2770632" y="5284833"/>
            <a:ext cx="475488" cy="475488"/>
          </a:xfrm>
          <a:prstGeom prst="rect">
            <a:avLst/>
          </a:prstGeom>
          <a:noFill/>
          <a:ln/>
        </p:spPr>
        <p:txBody>
          <a:bodyPr wrap="square" lIns="0" tIns="0" rIns="0" bIns="0" rtlCol="0" anchor="ctr"/>
          <a:lstStyle/>
          <a:p>
            <a:pPr marL="0" indent="0" algn="ctr">
              <a:buNone/>
            </a:pPr>
            <a:r>
              <a:rPr lang="en-US" sz="1150" b="1" dirty="0">
                <a:solidFill>
                  <a:srgbClr val="A49DBD"/>
                </a:solidFill>
                <a:latin typeface="Arial" pitchFamily="34" charset="0"/>
                <a:ea typeface="Arial" pitchFamily="34" charset="-122"/>
                <a:cs typeface="Arial" pitchFamily="34" charset="-120"/>
              </a:rPr>
              <a:t>C#</a:t>
            </a:r>
            <a:endParaRPr lang="en-US" sz="1150" dirty="0"/>
          </a:p>
        </p:txBody>
      </p:sp>
      <p:sp>
        <p:nvSpPr>
          <p:cNvPr id="22" name="Shape 20"/>
          <p:cNvSpPr/>
          <p:nvPr/>
        </p:nvSpPr>
        <p:spPr>
          <a:xfrm>
            <a:off x="2194959" y="4709160"/>
            <a:ext cx="475488" cy="475488"/>
          </a:xfrm>
          <a:prstGeom prst="ellipse">
            <a:avLst/>
          </a:prstGeom>
          <a:solidFill>
            <a:srgbClr val="262233"/>
          </a:solidFill>
          <a:ln/>
        </p:spPr>
        <p:txBody>
          <a:bodyPr/>
          <a:lstStyle/>
          <a:p>
            <a:endParaRPr lang="ja-JP" altLang="en-US"/>
          </a:p>
        </p:txBody>
      </p:sp>
      <p:sp>
        <p:nvSpPr>
          <p:cNvPr id="23" name="Text 21"/>
          <p:cNvSpPr/>
          <p:nvPr/>
        </p:nvSpPr>
        <p:spPr>
          <a:xfrm>
            <a:off x="2194959" y="4709160"/>
            <a:ext cx="475488" cy="475488"/>
          </a:xfrm>
          <a:prstGeom prst="rect">
            <a:avLst/>
          </a:prstGeom>
          <a:noFill/>
          <a:ln/>
        </p:spPr>
        <p:txBody>
          <a:bodyPr wrap="square" lIns="0" tIns="0" rIns="0" bIns="0" rtlCol="0" anchor="ctr"/>
          <a:lstStyle/>
          <a:p>
            <a:pPr marL="0" indent="0" algn="ctr">
              <a:buNone/>
            </a:pPr>
            <a:r>
              <a:rPr lang="en-US" sz="1150" b="1" dirty="0">
                <a:solidFill>
                  <a:srgbClr val="A49DBD"/>
                </a:solidFill>
                <a:latin typeface="Arial" pitchFamily="34" charset="0"/>
                <a:ea typeface="Arial" pitchFamily="34" charset="-122"/>
                <a:cs typeface="Arial" pitchFamily="34" charset="-120"/>
              </a:rPr>
              <a:t>G#</a:t>
            </a:r>
            <a:endParaRPr lang="en-US" sz="1150" dirty="0"/>
          </a:p>
        </p:txBody>
      </p:sp>
      <p:sp>
        <p:nvSpPr>
          <p:cNvPr id="24" name="Shape 22"/>
          <p:cNvSpPr/>
          <p:nvPr/>
        </p:nvSpPr>
        <p:spPr>
          <a:xfrm>
            <a:off x="1984248" y="3922776"/>
            <a:ext cx="475488" cy="475488"/>
          </a:xfrm>
          <a:prstGeom prst="ellipse">
            <a:avLst/>
          </a:prstGeom>
          <a:solidFill>
            <a:srgbClr val="262233"/>
          </a:solidFill>
          <a:ln/>
        </p:spPr>
        <p:txBody>
          <a:bodyPr/>
          <a:lstStyle/>
          <a:p>
            <a:endParaRPr lang="ja-JP" altLang="en-US"/>
          </a:p>
        </p:txBody>
      </p:sp>
      <p:sp>
        <p:nvSpPr>
          <p:cNvPr id="25" name="Text 23"/>
          <p:cNvSpPr/>
          <p:nvPr/>
        </p:nvSpPr>
        <p:spPr>
          <a:xfrm>
            <a:off x="1984248" y="3922776"/>
            <a:ext cx="475488" cy="475488"/>
          </a:xfrm>
          <a:prstGeom prst="rect">
            <a:avLst/>
          </a:prstGeom>
          <a:noFill/>
          <a:ln/>
        </p:spPr>
        <p:txBody>
          <a:bodyPr wrap="square" lIns="0" tIns="0" rIns="0" bIns="0" rtlCol="0" anchor="ctr"/>
          <a:lstStyle/>
          <a:p>
            <a:pPr marL="0" indent="0" algn="ctr">
              <a:buNone/>
            </a:pPr>
            <a:r>
              <a:rPr lang="en-US" sz="1150" b="1" dirty="0">
                <a:solidFill>
                  <a:srgbClr val="A49DBD"/>
                </a:solidFill>
                <a:latin typeface="Arial" pitchFamily="34" charset="0"/>
                <a:ea typeface="Arial" pitchFamily="34" charset="-122"/>
                <a:cs typeface="Arial" pitchFamily="34" charset="-120"/>
              </a:rPr>
              <a:t>D#</a:t>
            </a:r>
            <a:endParaRPr lang="en-US" sz="1150" dirty="0"/>
          </a:p>
        </p:txBody>
      </p:sp>
      <p:sp>
        <p:nvSpPr>
          <p:cNvPr id="26" name="Shape 24"/>
          <p:cNvSpPr/>
          <p:nvPr/>
        </p:nvSpPr>
        <p:spPr>
          <a:xfrm>
            <a:off x="2194959" y="3136392"/>
            <a:ext cx="475488" cy="475488"/>
          </a:xfrm>
          <a:prstGeom prst="ellipse">
            <a:avLst/>
          </a:prstGeom>
          <a:solidFill>
            <a:srgbClr val="262233"/>
          </a:solidFill>
          <a:ln/>
        </p:spPr>
        <p:txBody>
          <a:bodyPr/>
          <a:lstStyle/>
          <a:p>
            <a:endParaRPr lang="ja-JP" altLang="en-US"/>
          </a:p>
        </p:txBody>
      </p:sp>
      <p:sp>
        <p:nvSpPr>
          <p:cNvPr id="27" name="Text 25"/>
          <p:cNvSpPr/>
          <p:nvPr/>
        </p:nvSpPr>
        <p:spPr>
          <a:xfrm>
            <a:off x="2194959" y="3136392"/>
            <a:ext cx="475488" cy="475488"/>
          </a:xfrm>
          <a:prstGeom prst="rect">
            <a:avLst/>
          </a:prstGeom>
          <a:noFill/>
          <a:ln/>
        </p:spPr>
        <p:txBody>
          <a:bodyPr wrap="square" lIns="0" tIns="0" rIns="0" bIns="0" rtlCol="0" anchor="ctr"/>
          <a:lstStyle/>
          <a:p>
            <a:pPr marL="0" indent="0" algn="ctr">
              <a:buNone/>
            </a:pPr>
            <a:r>
              <a:rPr lang="en-US" sz="1150" b="1" dirty="0">
                <a:solidFill>
                  <a:srgbClr val="A49DBD"/>
                </a:solidFill>
                <a:latin typeface="Arial" pitchFamily="34" charset="0"/>
                <a:ea typeface="Arial" pitchFamily="34" charset="-122"/>
                <a:cs typeface="Arial" pitchFamily="34" charset="-120"/>
              </a:rPr>
              <a:t>A#</a:t>
            </a:r>
            <a:endParaRPr lang="en-US" sz="1150" dirty="0"/>
          </a:p>
        </p:txBody>
      </p:sp>
      <p:sp>
        <p:nvSpPr>
          <p:cNvPr id="28" name="Shape 26"/>
          <p:cNvSpPr/>
          <p:nvPr/>
        </p:nvSpPr>
        <p:spPr>
          <a:xfrm>
            <a:off x="2770632" y="2560719"/>
            <a:ext cx="475488" cy="475488"/>
          </a:xfrm>
          <a:prstGeom prst="ellipse">
            <a:avLst/>
          </a:prstGeom>
          <a:solidFill>
            <a:srgbClr val="4ADE80"/>
          </a:solidFill>
          <a:ln/>
        </p:spPr>
        <p:txBody>
          <a:bodyPr/>
          <a:lstStyle/>
          <a:p>
            <a:endParaRPr lang="ja-JP" altLang="en-US"/>
          </a:p>
        </p:txBody>
      </p:sp>
      <p:sp>
        <p:nvSpPr>
          <p:cNvPr id="29" name="Text 27"/>
          <p:cNvSpPr/>
          <p:nvPr/>
        </p:nvSpPr>
        <p:spPr>
          <a:xfrm>
            <a:off x="2770632" y="2560719"/>
            <a:ext cx="475488" cy="475488"/>
          </a:xfrm>
          <a:prstGeom prst="rect">
            <a:avLst/>
          </a:prstGeom>
          <a:noFill/>
          <a:ln/>
        </p:spPr>
        <p:txBody>
          <a:bodyPr wrap="square" lIns="0" tIns="0" rIns="0" bIns="0" rtlCol="0" anchor="ctr"/>
          <a:lstStyle/>
          <a:p>
            <a:pPr marL="0" indent="0" algn="ctr">
              <a:buNone/>
            </a:pPr>
            <a:r>
              <a:rPr lang="en-US" sz="1150" b="1" dirty="0">
                <a:solidFill>
                  <a:srgbClr val="141019"/>
                </a:solidFill>
                <a:latin typeface="Arial" pitchFamily="34" charset="0"/>
                <a:ea typeface="Arial" pitchFamily="34" charset="-122"/>
                <a:cs typeface="Arial" pitchFamily="34" charset="-120"/>
              </a:rPr>
              <a:t>F</a:t>
            </a:r>
            <a:endParaRPr lang="en-US" sz="1150" dirty="0"/>
          </a:p>
        </p:txBody>
      </p:sp>
      <p:sp>
        <p:nvSpPr>
          <p:cNvPr id="30" name="Text 28"/>
          <p:cNvSpPr/>
          <p:nvPr/>
        </p:nvSpPr>
        <p:spPr>
          <a:xfrm>
            <a:off x="2880360" y="3776472"/>
            <a:ext cx="1828800" cy="777240"/>
          </a:xfrm>
          <a:prstGeom prst="rect">
            <a:avLst/>
          </a:prstGeom>
          <a:noFill/>
          <a:ln/>
        </p:spPr>
        <p:txBody>
          <a:bodyPr wrap="square" lIns="0" tIns="0" rIns="0" bIns="0" rtlCol="0" anchor="ctr"/>
          <a:lstStyle/>
          <a:p>
            <a:pPr marL="0" indent="0" algn="ctr">
              <a:lnSpc>
                <a:spcPct val="135000"/>
              </a:lnSpc>
              <a:buNone/>
            </a:pPr>
            <a:r>
              <a:rPr lang="en-US" sz="1250" dirty="0">
                <a:solidFill>
                  <a:srgbClr val="A49DBD"/>
                </a:solidFill>
                <a:latin typeface="Arial" pitchFamily="34" charset="0"/>
                <a:ea typeface="Arial" pitchFamily="34" charset="-122"/>
                <a:cs typeface="Arial" pitchFamily="34" charset="-120"/>
              </a:rPr>
              <a:t>小室進行を再生中</a:t>
            </a:r>
            <a:endParaRPr lang="en-US" sz="1250" dirty="0"/>
          </a:p>
          <a:p>
            <a:pPr marL="0" indent="0" algn="ctr">
              <a:lnSpc>
                <a:spcPct val="135000"/>
              </a:lnSpc>
              <a:buNone/>
            </a:pPr>
            <a:r>
              <a:rPr lang="en-US" sz="1250" dirty="0">
                <a:solidFill>
                  <a:srgbClr val="A49DBD"/>
                </a:solidFill>
                <a:latin typeface="Arial" pitchFamily="34" charset="0"/>
                <a:ea typeface="Arial" pitchFamily="34" charset="-122"/>
                <a:cs typeface="Arial" pitchFamily="34" charset="-120"/>
              </a:rPr>
              <a:t>Am → F → G → C</a:t>
            </a:r>
            <a:endParaRPr lang="en-US" sz="1250" dirty="0"/>
          </a:p>
        </p:txBody>
      </p:sp>
      <p:sp>
        <p:nvSpPr>
          <p:cNvPr id="31" name="Shape 29"/>
          <p:cNvSpPr/>
          <p:nvPr/>
        </p:nvSpPr>
        <p:spPr>
          <a:xfrm>
            <a:off x="6766560" y="2240280"/>
            <a:ext cx="201168" cy="201168"/>
          </a:xfrm>
          <a:prstGeom prst="roundRect">
            <a:avLst>
              <a:gd name="adj" fmla="val 31818"/>
            </a:avLst>
          </a:prstGeom>
          <a:solidFill>
            <a:srgbClr val="6D8DFF"/>
          </a:solidFill>
          <a:ln/>
        </p:spPr>
        <p:txBody>
          <a:bodyPr/>
          <a:lstStyle/>
          <a:p>
            <a:endParaRPr lang="ja-JP" altLang="en-US"/>
          </a:p>
        </p:txBody>
      </p:sp>
      <p:sp>
        <p:nvSpPr>
          <p:cNvPr id="32" name="Text 30"/>
          <p:cNvSpPr/>
          <p:nvPr/>
        </p:nvSpPr>
        <p:spPr>
          <a:xfrm>
            <a:off x="7132320" y="2194560"/>
            <a:ext cx="4282135" cy="310896"/>
          </a:xfrm>
          <a:prstGeom prst="rect">
            <a:avLst/>
          </a:prstGeom>
          <a:noFill/>
          <a:ln/>
        </p:spPr>
        <p:txBody>
          <a:bodyPr wrap="square" lIns="0" tIns="0" rIns="0" bIns="0" rtlCol="0" anchor="ctr"/>
          <a:lstStyle/>
          <a:p>
            <a:pPr marL="0" indent="0">
              <a:buNone/>
            </a:pPr>
            <a:r>
              <a:rPr lang="en-US" sz="1600" b="1" dirty="0">
                <a:solidFill>
                  <a:srgbClr val="ECE9F5"/>
                </a:solidFill>
                <a:latin typeface="Arial" pitchFamily="34" charset="0"/>
                <a:ea typeface="Arial" pitchFamily="34" charset="-122"/>
                <a:cs typeface="Arial" pitchFamily="34" charset="-120"/>
              </a:rPr>
              <a:t>1枚で全体が見える</a:t>
            </a:r>
            <a:endParaRPr lang="en-US" sz="1600" dirty="0"/>
          </a:p>
        </p:txBody>
      </p:sp>
      <p:sp>
        <p:nvSpPr>
          <p:cNvPr id="33" name="Text 31"/>
          <p:cNvSpPr/>
          <p:nvPr/>
        </p:nvSpPr>
        <p:spPr>
          <a:xfrm>
            <a:off x="7132320" y="2578608"/>
            <a:ext cx="4282135" cy="777240"/>
          </a:xfrm>
          <a:prstGeom prst="rect">
            <a:avLst/>
          </a:prstGeom>
          <a:noFill/>
          <a:ln/>
        </p:spPr>
        <p:txBody>
          <a:bodyPr wrap="square" lIns="0" tIns="0" rIns="0" bIns="0" rtlCol="0" anchor="ctr"/>
          <a:lstStyle/>
          <a:p>
            <a:pPr marL="0" indent="0">
              <a:lnSpc>
                <a:spcPct val="145000"/>
              </a:lnSpc>
              <a:buNone/>
            </a:pPr>
            <a:r>
              <a:rPr lang="en-US" sz="1300" dirty="0">
                <a:solidFill>
                  <a:srgbClr val="A49DBD"/>
                </a:solidFill>
                <a:latin typeface="Arial" pitchFamily="34" charset="0"/>
                <a:ea typeface="Arial" pitchFamily="34" charset="-122"/>
                <a:cs typeface="Arial" pitchFamily="34" charset="-120"/>
              </a:rPr>
              <a:t>五度圏の輪、キーに属するコード、和音の三角形を同じ図に重ねて出しています。</a:t>
            </a:r>
            <a:endParaRPr lang="en-US" sz="1300" dirty="0"/>
          </a:p>
        </p:txBody>
      </p:sp>
      <p:sp>
        <p:nvSpPr>
          <p:cNvPr id="34" name="Shape 32"/>
          <p:cNvSpPr/>
          <p:nvPr/>
        </p:nvSpPr>
        <p:spPr>
          <a:xfrm>
            <a:off x="6766560" y="3611880"/>
            <a:ext cx="201168" cy="201168"/>
          </a:xfrm>
          <a:prstGeom prst="roundRect">
            <a:avLst>
              <a:gd name="adj" fmla="val 31818"/>
            </a:avLst>
          </a:prstGeom>
          <a:solidFill>
            <a:srgbClr val="4ADE80"/>
          </a:solidFill>
          <a:ln/>
        </p:spPr>
        <p:txBody>
          <a:bodyPr/>
          <a:lstStyle/>
          <a:p>
            <a:endParaRPr lang="ja-JP" altLang="en-US"/>
          </a:p>
        </p:txBody>
      </p:sp>
      <p:sp>
        <p:nvSpPr>
          <p:cNvPr id="35" name="Text 33"/>
          <p:cNvSpPr/>
          <p:nvPr/>
        </p:nvSpPr>
        <p:spPr>
          <a:xfrm>
            <a:off x="7132320" y="3566160"/>
            <a:ext cx="4282135" cy="310896"/>
          </a:xfrm>
          <a:prstGeom prst="rect">
            <a:avLst/>
          </a:prstGeom>
          <a:noFill/>
          <a:ln/>
        </p:spPr>
        <p:txBody>
          <a:bodyPr wrap="square" lIns="0" tIns="0" rIns="0" bIns="0" rtlCol="0" anchor="ctr"/>
          <a:lstStyle/>
          <a:p>
            <a:pPr marL="0" indent="0">
              <a:buNone/>
            </a:pPr>
            <a:r>
              <a:rPr lang="en-US" sz="1600" b="1" dirty="0">
                <a:solidFill>
                  <a:srgbClr val="ECE9F5"/>
                </a:solidFill>
                <a:latin typeface="Arial" pitchFamily="34" charset="0"/>
                <a:ea typeface="Arial" pitchFamily="34" charset="-122"/>
                <a:cs typeface="Arial" pitchFamily="34" charset="-120"/>
              </a:rPr>
              <a:t>再生に連動して光る</a:t>
            </a:r>
            <a:endParaRPr lang="en-US" sz="1600" dirty="0"/>
          </a:p>
        </p:txBody>
      </p:sp>
      <p:sp>
        <p:nvSpPr>
          <p:cNvPr id="36" name="Text 34"/>
          <p:cNvSpPr/>
          <p:nvPr/>
        </p:nvSpPr>
        <p:spPr>
          <a:xfrm>
            <a:off x="7132320" y="3950208"/>
            <a:ext cx="4282135" cy="777240"/>
          </a:xfrm>
          <a:prstGeom prst="rect">
            <a:avLst/>
          </a:prstGeom>
          <a:noFill/>
          <a:ln/>
        </p:spPr>
        <p:txBody>
          <a:bodyPr wrap="square" lIns="0" tIns="0" rIns="0" bIns="0" rtlCol="0" anchor="ctr"/>
          <a:lstStyle/>
          <a:p>
            <a:pPr marL="0" indent="0">
              <a:lnSpc>
                <a:spcPct val="145000"/>
              </a:lnSpc>
              <a:buNone/>
            </a:pPr>
            <a:r>
              <a:rPr lang="en-US" sz="1300" dirty="0">
                <a:solidFill>
                  <a:srgbClr val="A49DBD"/>
                </a:solidFill>
                <a:latin typeface="Arial" pitchFamily="34" charset="0"/>
                <a:ea typeface="Arial" pitchFamily="34" charset="-122"/>
                <a:cs typeface="Arial" pitchFamily="34" charset="-120"/>
              </a:rPr>
              <a:t>鳴っているコードのルートが円の上をリアルタイムに移動します。</a:t>
            </a:r>
            <a:endParaRPr lang="en-US" sz="1300" dirty="0"/>
          </a:p>
        </p:txBody>
      </p:sp>
      <p:sp>
        <p:nvSpPr>
          <p:cNvPr id="37" name="Shape 35"/>
          <p:cNvSpPr/>
          <p:nvPr/>
        </p:nvSpPr>
        <p:spPr>
          <a:xfrm>
            <a:off x="6766560" y="4983480"/>
            <a:ext cx="201168" cy="201168"/>
          </a:xfrm>
          <a:prstGeom prst="roundRect">
            <a:avLst>
              <a:gd name="adj" fmla="val 31818"/>
            </a:avLst>
          </a:prstGeom>
          <a:solidFill>
            <a:srgbClr val="F0A63C"/>
          </a:solidFill>
          <a:ln/>
        </p:spPr>
        <p:txBody>
          <a:bodyPr/>
          <a:lstStyle/>
          <a:p>
            <a:endParaRPr lang="ja-JP" altLang="en-US"/>
          </a:p>
        </p:txBody>
      </p:sp>
      <p:sp>
        <p:nvSpPr>
          <p:cNvPr id="38" name="Text 36"/>
          <p:cNvSpPr/>
          <p:nvPr/>
        </p:nvSpPr>
        <p:spPr>
          <a:xfrm>
            <a:off x="7132320" y="4937760"/>
            <a:ext cx="4282135" cy="310896"/>
          </a:xfrm>
          <a:prstGeom prst="rect">
            <a:avLst/>
          </a:prstGeom>
          <a:noFill/>
          <a:ln/>
        </p:spPr>
        <p:txBody>
          <a:bodyPr wrap="square" lIns="0" tIns="0" rIns="0" bIns="0" rtlCol="0" anchor="ctr"/>
          <a:lstStyle/>
          <a:p>
            <a:pPr marL="0" indent="0">
              <a:buNone/>
            </a:pPr>
            <a:r>
              <a:rPr lang="en-US" sz="1600" b="1" dirty="0">
                <a:solidFill>
                  <a:srgbClr val="ECE9F5"/>
                </a:solidFill>
                <a:latin typeface="Arial" pitchFamily="34" charset="0"/>
                <a:ea typeface="Arial" pitchFamily="34" charset="-122"/>
                <a:cs typeface="Arial" pitchFamily="34" charset="-120"/>
              </a:rPr>
              <a:t>近さが距離で分かる</a:t>
            </a:r>
            <a:endParaRPr lang="en-US" sz="1600" dirty="0"/>
          </a:p>
        </p:txBody>
      </p:sp>
      <p:sp>
        <p:nvSpPr>
          <p:cNvPr id="39" name="Text 37"/>
          <p:cNvSpPr/>
          <p:nvPr/>
        </p:nvSpPr>
        <p:spPr>
          <a:xfrm>
            <a:off x="7132320" y="5321808"/>
            <a:ext cx="4282135" cy="777240"/>
          </a:xfrm>
          <a:prstGeom prst="rect">
            <a:avLst/>
          </a:prstGeom>
          <a:noFill/>
          <a:ln/>
        </p:spPr>
        <p:txBody>
          <a:bodyPr wrap="square" lIns="0" tIns="0" rIns="0" bIns="0" rtlCol="0" anchor="ctr"/>
          <a:lstStyle/>
          <a:p>
            <a:pPr marL="0" indent="0">
              <a:lnSpc>
                <a:spcPct val="145000"/>
              </a:lnSpc>
              <a:buNone/>
            </a:pPr>
            <a:r>
              <a:rPr lang="en-US" sz="1300" dirty="0">
                <a:solidFill>
                  <a:srgbClr val="A49DBD"/>
                </a:solidFill>
                <a:latin typeface="Arial" pitchFamily="34" charset="0"/>
                <a:ea typeface="Arial" pitchFamily="34" charset="-122"/>
                <a:cs typeface="Arial" pitchFamily="34" charset="-120"/>
              </a:rPr>
              <a:t>仲のいいキーは円の上でも近い。転調や借用が「どこから借りたか」として見えます。</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21A"/>
        </a:solidFill>
        <a:effectLst/>
      </p:bgPr>
    </p:bg>
    <p:spTree>
      <p:nvGrpSpPr>
        <p:cNvPr id="1" name=""/>
        <p:cNvGrpSpPr/>
        <p:nvPr/>
      </p:nvGrpSpPr>
      <p:grpSpPr>
        <a:xfrm>
          <a:off x="0" y="0"/>
          <a:ext cx="0" cy="0"/>
          <a:chOff x="0" y="0"/>
          <a:chExt cx="0" cy="0"/>
        </a:xfrm>
      </p:grpSpPr>
      <p:sp>
        <p:nvSpPr>
          <p:cNvPr id="2" name="Text 0"/>
          <p:cNvSpPr/>
          <p:nvPr/>
        </p:nvSpPr>
        <p:spPr>
          <a:xfrm>
            <a:off x="777240" y="420624"/>
            <a:ext cx="10637215" cy="256032"/>
          </a:xfrm>
          <a:prstGeom prst="rect">
            <a:avLst/>
          </a:prstGeom>
          <a:noFill/>
          <a:ln/>
        </p:spPr>
        <p:txBody>
          <a:bodyPr wrap="square" lIns="0" tIns="0" rIns="0" bIns="0" rtlCol="0" anchor="ctr"/>
          <a:lstStyle/>
          <a:p>
            <a:pPr marL="0" indent="0">
              <a:buNone/>
            </a:pPr>
            <a:r>
              <a:rPr lang="en-US" sz="1150" b="1" kern="0" spc="350" dirty="0">
                <a:solidFill>
                  <a:srgbClr val="6D8DFF"/>
                </a:solidFill>
                <a:latin typeface="Arial" pitchFamily="34" charset="0"/>
                <a:ea typeface="Arial" pitchFamily="34" charset="-122"/>
                <a:cs typeface="Arial" pitchFamily="34" charset="-120"/>
              </a:rPr>
              <a:t>前回の課題に戻る</a:t>
            </a:r>
            <a:endParaRPr lang="en-US" sz="1150" dirty="0"/>
          </a:p>
        </p:txBody>
      </p:sp>
      <p:sp>
        <p:nvSpPr>
          <p:cNvPr id="3" name="Text 1"/>
          <p:cNvSpPr/>
          <p:nvPr/>
        </p:nvSpPr>
        <p:spPr>
          <a:xfrm>
            <a:off x="777240" y="749808"/>
            <a:ext cx="10637215" cy="640080"/>
          </a:xfrm>
          <a:prstGeom prst="rect">
            <a:avLst/>
          </a:prstGeom>
          <a:noFill/>
          <a:ln/>
        </p:spPr>
        <p:txBody>
          <a:bodyPr wrap="square" lIns="0" tIns="0" rIns="0" bIns="0" rtlCol="0" anchor="t"/>
          <a:lstStyle/>
          <a:p>
            <a:pPr marL="0" indent="0">
              <a:buNone/>
            </a:pPr>
            <a:r>
              <a:rPr lang="en-US" sz="3200" b="1" dirty="0">
                <a:solidFill>
                  <a:srgbClr val="ECE9F5"/>
                </a:solidFill>
                <a:latin typeface="Arial" pitchFamily="34" charset="0"/>
                <a:ea typeface="Arial" pitchFamily="34" charset="-122"/>
                <a:cs typeface="Arial" pitchFamily="34" charset="-120"/>
              </a:rPr>
              <a:t>つかめなかった3つは、こうなりました。</a:t>
            </a:r>
            <a:endParaRPr lang="en-US" sz="3200" dirty="0"/>
          </a:p>
        </p:txBody>
      </p:sp>
      <p:sp>
        <p:nvSpPr>
          <p:cNvPr id="4" name="Shape 2"/>
          <p:cNvSpPr/>
          <p:nvPr/>
        </p:nvSpPr>
        <p:spPr>
          <a:xfrm>
            <a:off x="777240" y="1874520"/>
            <a:ext cx="1691640" cy="822960"/>
          </a:xfrm>
          <a:prstGeom prst="roundRect">
            <a:avLst>
              <a:gd name="adj" fmla="val 15556"/>
            </a:avLst>
          </a:prstGeom>
          <a:solidFill>
            <a:srgbClr val="6D8DFF"/>
          </a:solidFill>
          <a:ln/>
        </p:spPr>
        <p:txBody>
          <a:bodyPr/>
          <a:lstStyle/>
          <a:p>
            <a:endParaRPr lang="ja-JP" altLang="en-US"/>
          </a:p>
        </p:txBody>
      </p:sp>
      <p:sp>
        <p:nvSpPr>
          <p:cNvPr id="5" name="Text 3"/>
          <p:cNvSpPr/>
          <p:nvPr/>
        </p:nvSpPr>
        <p:spPr>
          <a:xfrm>
            <a:off x="777240" y="1874520"/>
            <a:ext cx="1691640" cy="822960"/>
          </a:xfrm>
          <a:prstGeom prst="rect">
            <a:avLst/>
          </a:prstGeom>
          <a:noFill/>
          <a:ln/>
        </p:spPr>
        <p:txBody>
          <a:bodyPr wrap="square" lIns="0" tIns="0" rIns="0" bIns="0" rtlCol="0" anchor="ctr"/>
          <a:lstStyle/>
          <a:p>
            <a:pPr marL="0" indent="0" algn="ctr">
              <a:buNone/>
            </a:pPr>
            <a:r>
              <a:rPr lang="en-US" sz="1500" b="1" dirty="0">
                <a:solidFill>
                  <a:srgbClr val="141019"/>
                </a:solidFill>
                <a:latin typeface="Arial" pitchFamily="34" charset="0"/>
                <a:ea typeface="Arial" pitchFamily="34" charset="-122"/>
                <a:cs typeface="Arial" pitchFamily="34" charset="-120"/>
              </a:rPr>
              <a:t>流れ</a:t>
            </a:r>
            <a:endParaRPr lang="en-US" sz="1500" dirty="0"/>
          </a:p>
        </p:txBody>
      </p:sp>
      <p:sp>
        <p:nvSpPr>
          <p:cNvPr id="6" name="Text 4"/>
          <p:cNvSpPr/>
          <p:nvPr/>
        </p:nvSpPr>
        <p:spPr>
          <a:xfrm>
            <a:off x="2743200" y="1837944"/>
            <a:ext cx="2743200" cy="402336"/>
          </a:xfrm>
          <a:prstGeom prst="rect">
            <a:avLst/>
          </a:prstGeom>
          <a:noFill/>
          <a:ln/>
        </p:spPr>
        <p:txBody>
          <a:bodyPr wrap="square" lIns="0" tIns="0" rIns="0" bIns="0" rtlCol="0" anchor="ctr"/>
          <a:lstStyle/>
          <a:p>
            <a:pPr marL="0" indent="0">
              <a:buNone/>
            </a:pPr>
            <a:r>
              <a:rPr lang="en-US" sz="1800" b="1" dirty="0">
                <a:solidFill>
                  <a:srgbClr val="ECE9F5"/>
                </a:solidFill>
                <a:latin typeface="Arial" pitchFamily="34" charset="0"/>
                <a:ea typeface="Arial" pitchFamily="34" charset="-122"/>
                <a:cs typeface="Arial" pitchFamily="34" charset="-120"/>
              </a:rPr>
              <a:t>コード進行</a:t>
            </a:r>
            <a:endParaRPr lang="en-US" sz="1800" dirty="0"/>
          </a:p>
        </p:txBody>
      </p:sp>
      <p:sp>
        <p:nvSpPr>
          <p:cNvPr id="7" name="Text 5"/>
          <p:cNvSpPr/>
          <p:nvPr/>
        </p:nvSpPr>
        <p:spPr>
          <a:xfrm>
            <a:off x="2743200" y="2240280"/>
            <a:ext cx="8671255" cy="566928"/>
          </a:xfrm>
          <a:prstGeom prst="rect">
            <a:avLst/>
          </a:prstGeom>
          <a:noFill/>
          <a:ln/>
        </p:spPr>
        <p:txBody>
          <a:bodyPr wrap="square" lIns="0" tIns="0" rIns="0" bIns="0" rtlCol="0" anchor="t"/>
          <a:lstStyle/>
          <a:p>
            <a:pPr marL="0" indent="0">
              <a:lnSpc>
                <a:spcPct val="140000"/>
              </a:lnSpc>
              <a:buNone/>
            </a:pPr>
            <a:r>
              <a:rPr lang="en-US" sz="1350" dirty="0">
                <a:solidFill>
                  <a:srgbClr val="A49DBD"/>
                </a:solidFill>
                <a:latin typeface="Arial" pitchFamily="34" charset="0"/>
                <a:ea typeface="Arial" pitchFamily="34" charset="-122"/>
                <a:cs typeface="Arial" pitchFamily="34" charset="-120"/>
              </a:rPr>
              <a:t>4つの定番進行を並べて聴き比べられて、次の候補も出る。作った進行が何進行なのかも返ってくる。</a:t>
            </a:r>
            <a:endParaRPr lang="en-US" sz="1350" dirty="0"/>
          </a:p>
        </p:txBody>
      </p:sp>
      <p:sp>
        <p:nvSpPr>
          <p:cNvPr id="8" name="Shape 6"/>
          <p:cNvSpPr/>
          <p:nvPr/>
        </p:nvSpPr>
        <p:spPr>
          <a:xfrm>
            <a:off x="777240" y="3172968"/>
            <a:ext cx="1691640" cy="822960"/>
          </a:xfrm>
          <a:prstGeom prst="roundRect">
            <a:avLst>
              <a:gd name="adj" fmla="val 15556"/>
            </a:avLst>
          </a:prstGeom>
          <a:solidFill>
            <a:srgbClr val="F0A63C"/>
          </a:solidFill>
          <a:ln/>
        </p:spPr>
        <p:txBody>
          <a:bodyPr/>
          <a:lstStyle/>
          <a:p>
            <a:endParaRPr lang="ja-JP" altLang="en-US"/>
          </a:p>
        </p:txBody>
      </p:sp>
      <p:sp>
        <p:nvSpPr>
          <p:cNvPr id="9" name="Text 7"/>
          <p:cNvSpPr/>
          <p:nvPr/>
        </p:nvSpPr>
        <p:spPr>
          <a:xfrm>
            <a:off x="777240" y="3172968"/>
            <a:ext cx="1691640" cy="822960"/>
          </a:xfrm>
          <a:prstGeom prst="rect">
            <a:avLst/>
          </a:prstGeom>
          <a:noFill/>
          <a:ln/>
        </p:spPr>
        <p:txBody>
          <a:bodyPr wrap="square" lIns="0" tIns="0" rIns="0" bIns="0" rtlCol="0" anchor="ctr"/>
          <a:lstStyle/>
          <a:p>
            <a:pPr marL="0" indent="0" algn="ctr">
              <a:buNone/>
            </a:pPr>
            <a:r>
              <a:rPr lang="en-US" sz="1500" b="1" dirty="0">
                <a:solidFill>
                  <a:srgbClr val="141019"/>
                </a:solidFill>
                <a:latin typeface="Arial" pitchFamily="34" charset="0"/>
                <a:ea typeface="Arial" pitchFamily="34" charset="-122"/>
                <a:cs typeface="Arial" pitchFamily="34" charset="-120"/>
              </a:rPr>
              <a:t>ゆらぎ</a:t>
            </a:r>
            <a:endParaRPr lang="en-US" sz="1500" dirty="0"/>
          </a:p>
        </p:txBody>
      </p:sp>
      <p:sp>
        <p:nvSpPr>
          <p:cNvPr id="10" name="Text 8"/>
          <p:cNvSpPr/>
          <p:nvPr/>
        </p:nvSpPr>
        <p:spPr>
          <a:xfrm>
            <a:off x="2743200" y="3136392"/>
            <a:ext cx="2743200" cy="402336"/>
          </a:xfrm>
          <a:prstGeom prst="rect">
            <a:avLst/>
          </a:prstGeom>
          <a:noFill/>
          <a:ln/>
        </p:spPr>
        <p:txBody>
          <a:bodyPr wrap="square" lIns="0" tIns="0" rIns="0" bIns="0" rtlCol="0" anchor="ctr"/>
          <a:lstStyle/>
          <a:p>
            <a:pPr marL="0" indent="0">
              <a:buNone/>
            </a:pPr>
            <a:r>
              <a:rPr lang="en-US" sz="1800" b="1" dirty="0">
                <a:solidFill>
                  <a:srgbClr val="ECE9F5"/>
                </a:solidFill>
                <a:latin typeface="Arial" pitchFamily="34" charset="0"/>
                <a:ea typeface="Arial" pitchFamily="34" charset="-122"/>
                <a:cs typeface="Arial" pitchFamily="34" charset="-120"/>
              </a:rPr>
              <a:t>テンション</a:t>
            </a:r>
            <a:endParaRPr lang="en-US" sz="1800" dirty="0"/>
          </a:p>
        </p:txBody>
      </p:sp>
      <p:sp>
        <p:nvSpPr>
          <p:cNvPr id="11" name="Text 9"/>
          <p:cNvSpPr/>
          <p:nvPr/>
        </p:nvSpPr>
        <p:spPr>
          <a:xfrm>
            <a:off x="2743200" y="3538728"/>
            <a:ext cx="8671255" cy="566928"/>
          </a:xfrm>
          <a:prstGeom prst="rect">
            <a:avLst/>
          </a:prstGeom>
          <a:noFill/>
          <a:ln/>
        </p:spPr>
        <p:txBody>
          <a:bodyPr wrap="square" lIns="0" tIns="0" rIns="0" bIns="0" rtlCol="0" anchor="t"/>
          <a:lstStyle/>
          <a:p>
            <a:pPr marL="0" indent="0">
              <a:lnSpc>
                <a:spcPct val="140000"/>
              </a:lnSpc>
              <a:buNone/>
            </a:pPr>
            <a:r>
              <a:rPr lang="en-US" sz="1350" dirty="0">
                <a:solidFill>
                  <a:srgbClr val="A49DBD"/>
                </a:solidFill>
                <a:latin typeface="Arial" pitchFamily="34" charset="0"/>
                <a:ea typeface="Arial" pitchFamily="34" charset="-122"/>
                <a:cs typeface="Arial" pitchFamily="34" charset="-120"/>
              </a:rPr>
              <a:t>9th・11th・13thをボタンで足せる。足した音だけ色が変わり、足す前と後をその場で聴き比べられる。</a:t>
            </a:r>
            <a:endParaRPr lang="en-US" sz="1350" dirty="0"/>
          </a:p>
        </p:txBody>
      </p:sp>
      <p:sp>
        <p:nvSpPr>
          <p:cNvPr id="12" name="Shape 10"/>
          <p:cNvSpPr/>
          <p:nvPr/>
        </p:nvSpPr>
        <p:spPr>
          <a:xfrm>
            <a:off x="777240" y="4471416"/>
            <a:ext cx="1691640" cy="822960"/>
          </a:xfrm>
          <a:prstGeom prst="roundRect">
            <a:avLst>
              <a:gd name="adj" fmla="val 15556"/>
            </a:avLst>
          </a:prstGeom>
          <a:solidFill>
            <a:srgbClr val="F472B6"/>
          </a:solidFill>
          <a:ln/>
        </p:spPr>
        <p:txBody>
          <a:bodyPr/>
          <a:lstStyle/>
          <a:p>
            <a:endParaRPr lang="ja-JP" altLang="en-US"/>
          </a:p>
        </p:txBody>
      </p:sp>
      <p:sp>
        <p:nvSpPr>
          <p:cNvPr id="13" name="Text 11"/>
          <p:cNvSpPr/>
          <p:nvPr/>
        </p:nvSpPr>
        <p:spPr>
          <a:xfrm>
            <a:off x="777240" y="4471416"/>
            <a:ext cx="1691640" cy="822960"/>
          </a:xfrm>
          <a:prstGeom prst="rect">
            <a:avLst/>
          </a:prstGeom>
          <a:noFill/>
          <a:ln/>
        </p:spPr>
        <p:txBody>
          <a:bodyPr wrap="square" lIns="0" tIns="0" rIns="0" bIns="0" rtlCol="0" anchor="ctr"/>
          <a:lstStyle/>
          <a:p>
            <a:pPr marL="0" indent="0" algn="ctr">
              <a:buNone/>
            </a:pPr>
            <a:r>
              <a:rPr lang="en-US" sz="1500" b="1" dirty="0">
                <a:solidFill>
                  <a:srgbClr val="141019"/>
                </a:solidFill>
                <a:latin typeface="Arial" pitchFamily="34" charset="0"/>
                <a:ea typeface="Arial" pitchFamily="34" charset="-122"/>
                <a:cs typeface="Arial" pitchFamily="34" charset="-120"/>
              </a:rPr>
              <a:t>手ざわり</a:t>
            </a:r>
            <a:endParaRPr lang="en-US" sz="1500" dirty="0"/>
          </a:p>
        </p:txBody>
      </p:sp>
      <p:sp>
        <p:nvSpPr>
          <p:cNvPr id="14" name="Text 12"/>
          <p:cNvSpPr/>
          <p:nvPr/>
        </p:nvSpPr>
        <p:spPr>
          <a:xfrm>
            <a:off x="2743200" y="4434840"/>
            <a:ext cx="2743200" cy="402336"/>
          </a:xfrm>
          <a:prstGeom prst="rect">
            <a:avLst/>
          </a:prstGeom>
          <a:noFill/>
          <a:ln/>
        </p:spPr>
        <p:txBody>
          <a:bodyPr wrap="square" lIns="0" tIns="0" rIns="0" bIns="0" rtlCol="0" anchor="ctr"/>
          <a:lstStyle/>
          <a:p>
            <a:pPr marL="0" indent="0">
              <a:buNone/>
            </a:pPr>
            <a:r>
              <a:rPr lang="en-US" sz="1800" b="1" dirty="0">
                <a:solidFill>
                  <a:srgbClr val="ECE9F5"/>
                </a:solidFill>
                <a:latin typeface="Arial" pitchFamily="34" charset="0"/>
                <a:ea typeface="Arial" pitchFamily="34" charset="-122"/>
                <a:cs typeface="Arial" pitchFamily="34" charset="-120"/>
              </a:rPr>
              <a:t>曲になる実感</a:t>
            </a:r>
            <a:endParaRPr lang="en-US" sz="1800" dirty="0"/>
          </a:p>
        </p:txBody>
      </p:sp>
      <p:sp>
        <p:nvSpPr>
          <p:cNvPr id="15" name="Text 13"/>
          <p:cNvSpPr/>
          <p:nvPr/>
        </p:nvSpPr>
        <p:spPr>
          <a:xfrm>
            <a:off x="2743200" y="4837176"/>
            <a:ext cx="8671255" cy="566928"/>
          </a:xfrm>
          <a:prstGeom prst="rect">
            <a:avLst/>
          </a:prstGeom>
          <a:noFill/>
          <a:ln/>
        </p:spPr>
        <p:txBody>
          <a:bodyPr wrap="square" lIns="0" tIns="0" rIns="0" bIns="0" rtlCol="0" anchor="t"/>
          <a:lstStyle/>
          <a:p>
            <a:pPr marL="0" indent="0">
              <a:lnSpc>
                <a:spcPct val="140000"/>
              </a:lnSpc>
              <a:buNone/>
            </a:pPr>
            <a:r>
              <a:rPr lang="en-US" sz="1350" dirty="0">
                <a:solidFill>
                  <a:srgbClr val="A49DBD"/>
                </a:solidFill>
                <a:latin typeface="Arial" pitchFamily="34" charset="0"/>
                <a:ea typeface="Arial" pitchFamily="34" charset="-122"/>
                <a:cs typeface="Arial" pitchFamily="34" charset="-120"/>
              </a:rPr>
              <a:t>コード・メロディ・ベースが同時に鳴る。ベースを足した瞬間に曲っぽくなるのが、いちばん気持ちいい。</a:t>
            </a:r>
            <a:endParaRPr lang="en-US" sz="1350" dirty="0"/>
          </a:p>
        </p:txBody>
      </p:sp>
      <p:sp>
        <p:nvSpPr>
          <p:cNvPr id="16" name="Shape 14"/>
          <p:cNvSpPr/>
          <p:nvPr/>
        </p:nvSpPr>
        <p:spPr>
          <a:xfrm>
            <a:off x="777240" y="5806440"/>
            <a:ext cx="10637215" cy="731520"/>
          </a:xfrm>
          <a:prstGeom prst="roundRect">
            <a:avLst>
              <a:gd name="adj" fmla="val 7500"/>
            </a:avLst>
          </a:prstGeom>
          <a:solidFill>
            <a:srgbClr val="1D1A26"/>
          </a:solidFill>
          <a:ln/>
        </p:spPr>
        <p:txBody>
          <a:bodyPr/>
          <a:lstStyle/>
          <a:p>
            <a:endParaRPr lang="ja-JP" altLang="en-US"/>
          </a:p>
        </p:txBody>
      </p:sp>
      <p:sp>
        <p:nvSpPr>
          <p:cNvPr id="17" name="Text 15"/>
          <p:cNvSpPr/>
          <p:nvPr/>
        </p:nvSpPr>
        <p:spPr>
          <a:xfrm>
            <a:off x="1188720" y="5806440"/>
            <a:ext cx="9814255" cy="731520"/>
          </a:xfrm>
          <a:prstGeom prst="rect">
            <a:avLst/>
          </a:prstGeom>
          <a:noFill/>
          <a:ln/>
        </p:spPr>
        <p:txBody>
          <a:bodyPr wrap="square" lIns="0" tIns="0" rIns="0" bIns="0" rtlCol="0" anchor="ctr"/>
          <a:lstStyle/>
          <a:p>
            <a:pPr marL="0" indent="0">
              <a:buNone/>
            </a:pPr>
            <a:r>
              <a:rPr lang="en-US" sz="1500" b="1" dirty="0">
                <a:solidFill>
                  <a:srgbClr val="35C7D9"/>
                </a:solidFill>
                <a:latin typeface="Arial" pitchFamily="34" charset="0"/>
                <a:ea typeface="Arial" pitchFamily="34" charset="-122"/>
                <a:cs typeface="Arial" pitchFamily="34" charset="-120"/>
              </a:rPr>
              <a:t>「音が鳴るだけ」から、「響きの変化が分かる」ところまでは来られました。</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21A"/>
        </a:solidFill>
        <a:effectLst/>
      </p:bgPr>
    </p:bg>
    <p:spTree>
      <p:nvGrpSpPr>
        <p:cNvPr id="1" name=""/>
        <p:cNvGrpSpPr/>
        <p:nvPr/>
      </p:nvGrpSpPr>
      <p:grpSpPr>
        <a:xfrm>
          <a:off x="0" y="0"/>
          <a:ext cx="0" cy="0"/>
          <a:chOff x="0" y="0"/>
          <a:chExt cx="0" cy="0"/>
        </a:xfrm>
      </p:grpSpPr>
      <p:sp>
        <p:nvSpPr>
          <p:cNvPr id="2" name="Text 0"/>
          <p:cNvSpPr/>
          <p:nvPr/>
        </p:nvSpPr>
        <p:spPr>
          <a:xfrm>
            <a:off x="777240" y="420624"/>
            <a:ext cx="10637215" cy="256032"/>
          </a:xfrm>
          <a:prstGeom prst="rect">
            <a:avLst/>
          </a:prstGeom>
          <a:noFill/>
          <a:ln/>
        </p:spPr>
        <p:txBody>
          <a:bodyPr wrap="square" lIns="0" tIns="0" rIns="0" bIns="0" rtlCol="0" anchor="ctr"/>
          <a:lstStyle/>
          <a:p>
            <a:pPr marL="0" indent="0">
              <a:buNone/>
            </a:pPr>
            <a:r>
              <a:rPr lang="en-US" sz="1150" b="1" kern="0" spc="350" dirty="0">
                <a:solidFill>
                  <a:srgbClr val="6D8DFF"/>
                </a:solidFill>
                <a:latin typeface="Arial" pitchFamily="34" charset="0"/>
                <a:ea typeface="Arial" pitchFamily="34" charset="-122"/>
                <a:cs typeface="Arial" pitchFamily="34" charset="-120"/>
              </a:rPr>
              <a:t>中身の話</a:t>
            </a:r>
            <a:endParaRPr lang="en-US" sz="1150" dirty="0"/>
          </a:p>
        </p:txBody>
      </p:sp>
      <p:sp>
        <p:nvSpPr>
          <p:cNvPr id="3" name="Text 1"/>
          <p:cNvSpPr/>
          <p:nvPr/>
        </p:nvSpPr>
        <p:spPr>
          <a:xfrm>
            <a:off x="777240" y="749808"/>
            <a:ext cx="10637215" cy="640080"/>
          </a:xfrm>
          <a:prstGeom prst="rect">
            <a:avLst/>
          </a:prstGeom>
          <a:noFill/>
          <a:ln/>
        </p:spPr>
        <p:txBody>
          <a:bodyPr wrap="square" lIns="0" tIns="0" rIns="0" bIns="0" rtlCol="0" anchor="t"/>
          <a:lstStyle/>
          <a:p>
            <a:pPr marL="0" indent="0">
              <a:buNone/>
            </a:pPr>
            <a:r>
              <a:rPr lang="en-US" sz="3200" b="1" dirty="0">
                <a:solidFill>
                  <a:srgbClr val="ECE9F5"/>
                </a:solidFill>
                <a:latin typeface="Arial" pitchFamily="34" charset="0"/>
                <a:ea typeface="Arial" pitchFamily="34" charset="-122"/>
                <a:cs typeface="Arial" pitchFamily="34" charset="-120"/>
              </a:rPr>
              <a:t>画面を作る前に、計算と再生を1か所に寄せました。</a:t>
            </a:r>
            <a:endParaRPr lang="en-US" sz="3200" dirty="0"/>
          </a:p>
        </p:txBody>
      </p:sp>
      <p:sp>
        <p:nvSpPr>
          <p:cNvPr id="4" name="Text 2"/>
          <p:cNvSpPr/>
          <p:nvPr/>
        </p:nvSpPr>
        <p:spPr>
          <a:xfrm>
            <a:off x="777240" y="1572768"/>
            <a:ext cx="10637215" cy="365760"/>
          </a:xfrm>
          <a:prstGeom prst="rect">
            <a:avLst/>
          </a:prstGeom>
          <a:noFill/>
          <a:ln/>
        </p:spPr>
        <p:txBody>
          <a:bodyPr wrap="square" lIns="0" tIns="0" rIns="0" bIns="0" rtlCol="0" anchor="ctr"/>
          <a:lstStyle/>
          <a:p>
            <a:pPr marL="0" indent="0">
              <a:buNone/>
            </a:pPr>
            <a:r>
              <a:rPr lang="en-US" sz="1400" dirty="0">
                <a:solidFill>
                  <a:srgbClr val="A49DBD"/>
                </a:solidFill>
                <a:latin typeface="Arial" pitchFamily="34" charset="0"/>
                <a:ea typeface="Arial" pitchFamily="34" charset="-122"/>
                <a:cs typeface="Arial" pitchFamily="34" charset="-120"/>
              </a:rPr>
              <a:t>前回いちばん苦しかったのは、同じ計算があちこちに散らばっていたことでした。今回は最初にそこを直しています。</a:t>
            </a:r>
            <a:endParaRPr lang="en-US" sz="1400" dirty="0"/>
          </a:p>
        </p:txBody>
      </p:sp>
      <p:sp>
        <p:nvSpPr>
          <p:cNvPr id="5" name="Shape 3"/>
          <p:cNvSpPr/>
          <p:nvPr/>
        </p:nvSpPr>
        <p:spPr>
          <a:xfrm>
            <a:off x="777240" y="2194560"/>
            <a:ext cx="10637215" cy="585216"/>
          </a:xfrm>
          <a:prstGeom prst="roundRect">
            <a:avLst>
              <a:gd name="adj" fmla="val 7813"/>
            </a:avLst>
          </a:prstGeom>
          <a:solidFill>
            <a:srgbClr val="262233"/>
          </a:solidFill>
          <a:ln/>
        </p:spPr>
        <p:txBody>
          <a:bodyPr/>
          <a:lstStyle/>
          <a:p>
            <a:endParaRPr lang="ja-JP" altLang="en-US"/>
          </a:p>
        </p:txBody>
      </p:sp>
      <p:sp>
        <p:nvSpPr>
          <p:cNvPr id="6" name="Text 4"/>
          <p:cNvSpPr/>
          <p:nvPr/>
        </p:nvSpPr>
        <p:spPr>
          <a:xfrm>
            <a:off x="1161288" y="2194560"/>
            <a:ext cx="4206240" cy="585216"/>
          </a:xfrm>
          <a:prstGeom prst="rect">
            <a:avLst/>
          </a:prstGeom>
          <a:noFill/>
          <a:ln/>
        </p:spPr>
        <p:txBody>
          <a:bodyPr wrap="square" lIns="0" tIns="0" rIns="0" bIns="0" rtlCol="0" anchor="ctr"/>
          <a:lstStyle/>
          <a:p>
            <a:pPr marL="0" indent="0">
              <a:buNone/>
            </a:pPr>
            <a:r>
              <a:rPr lang="en-US" sz="1350" dirty="0">
                <a:solidFill>
                  <a:srgbClr val="A49DBD"/>
                </a:solidFill>
                <a:latin typeface="Arial" pitchFamily="34" charset="0"/>
                <a:ea typeface="Arial" pitchFamily="34" charset="-122"/>
                <a:cs typeface="Arial" pitchFamily="34" charset="-120"/>
              </a:rPr>
              <a:t>停止ボタンが効かない</a:t>
            </a:r>
            <a:endParaRPr lang="en-US" sz="1350" dirty="0"/>
          </a:p>
        </p:txBody>
      </p:sp>
      <p:sp>
        <p:nvSpPr>
          <p:cNvPr id="7" name="Text 5"/>
          <p:cNvSpPr/>
          <p:nvPr/>
        </p:nvSpPr>
        <p:spPr>
          <a:xfrm>
            <a:off x="5440680" y="2194560"/>
            <a:ext cx="365760" cy="585216"/>
          </a:xfrm>
          <a:prstGeom prst="rect">
            <a:avLst/>
          </a:prstGeom>
          <a:noFill/>
          <a:ln/>
        </p:spPr>
        <p:txBody>
          <a:bodyPr wrap="square" lIns="0" tIns="0" rIns="0" bIns="0" rtlCol="0" anchor="ctr"/>
          <a:lstStyle/>
          <a:p>
            <a:pPr marL="0" indent="0" algn="ctr">
              <a:buNone/>
            </a:pPr>
            <a:r>
              <a:rPr lang="en-US" sz="1300" dirty="0">
                <a:solidFill>
                  <a:srgbClr val="6F6889"/>
                </a:solidFill>
                <a:latin typeface="Arial" pitchFamily="34" charset="0"/>
                <a:ea typeface="Arial" pitchFamily="34" charset="-122"/>
                <a:cs typeface="Arial" pitchFamily="34" charset="-120"/>
              </a:rPr>
              <a:t>→</a:t>
            </a:r>
            <a:endParaRPr lang="en-US" sz="1300" dirty="0"/>
          </a:p>
        </p:txBody>
      </p:sp>
      <p:sp>
        <p:nvSpPr>
          <p:cNvPr id="8" name="Text 6"/>
          <p:cNvSpPr/>
          <p:nvPr/>
        </p:nvSpPr>
        <p:spPr>
          <a:xfrm>
            <a:off x="5897880" y="2194560"/>
            <a:ext cx="5150815" cy="585216"/>
          </a:xfrm>
          <a:prstGeom prst="rect">
            <a:avLst/>
          </a:prstGeom>
          <a:noFill/>
          <a:ln/>
        </p:spPr>
        <p:txBody>
          <a:bodyPr wrap="square" lIns="0" tIns="0" rIns="0" bIns="0" rtlCol="0" anchor="ctr"/>
          <a:lstStyle/>
          <a:p>
            <a:pPr marL="0" indent="0">
              <a:buNone/>
            </a:pPr>
            <a:r>
              <a:rPr lang="en-US" sz="1350" b="1" dirty="0">
                <a:solidFill>
                  <a:srgbClr val="ECE9F5"/>
                </a:solidFill>
                <a:latin typeface="Arial" pitchFamily="34" charset="0"/>
                <a:ea typeface="Arial" pitchFamily="34" charset="-122"/>
                <a:cs typeface="Arial" pitchFamily="34" charset="-120"/>
              </a:rPr>
              <a:t>鳴らしたノードを持っておいて、確実に止める</a:t>
            </a:r>
            <a:endParaRPr lang="en-US" sz="1350" dirty="0"/>
          </a:p>
        </p:txBody>
      </p:sp>
      <p:sp>
        <p:nvSpPr>
          <p:cNvPr id="9" name="Shape 7"/>
          <p:cNvSpPr/>
          <p:nvPr/>
        </p:nvSpPr>
        <p:spPr>
          <a:xfrm>
            <a:off x="777240" y="2907792"/>
            <a:ext cx="10637215" cy="585216"/>
          </a:xfrm>
          <a:prstGeom prst="roundRect">
            <a:avLst>
              <a:gd name="adj" fmla="val 7813"/>
            </a:avLst>
          </a:prstGeom>
          <a:solidFill>
            <a:srgbClr val="1D1A26"/>
          </a:solidFill>
          <a:ln/>
        </p:spPr>
        <p:txBody>
          <a:bodyPr/>
          <a:lstStyle/>
          <a:p>
            <a:endParaRPr lang="ja-JP" altLang="en-US"/>
          </a:p>
        </p:txBody>
      </p:sp>
      <p:sp>
        <p:nvSpPr>
          <p:cNvPr id="10" name="Text 8"/>
          <p:cNvSpPr/>
          <p:nvPr/>
        </p:nvSpPr>
        <p:spPr>
          <a:xfrm>
            <a:off x="1161288" y="2907792"/>
            <a:ext cx="4206240" cy="585216"/>
          </a:xfrm>
          <a:prstGeom prst="rect">
            <a:avLst/>
          </a:prstGeom>
          <a:noFill/>
          <a:ln/>
        </p:spPr>
        <p:txBody>
          <a:bodyPr wrap="square" lIns="0" tIns="0" rIns="0" bIns="0" rtlCol="0" anchor="ctr"/>
          <a:lstStyle/>
          <a:p>
            <a:pPr marL="0" indent="0">
              <a:buNone/>
            </a:pPr>
            <a:r>
              <a:rPr lang="en-US" sz="1350" dirty="0">
                <a:solidFill>
                  <a:srgbClr val="A49DBD"/>
                </a:solidFill>
                <a:latin typeface="Arial" pitchFamily="34" charset="0"/>
                <a:ea typeface="Arial" pitchFamily="34" charset="-122"/>
                <a:cs typeface="Arial" pitchFamily="34" charset="-120"/>
              </a:rPr>
              <a:t>テンポが揺れる</a:t>
            </a:r>
            <a:endParaRPr lang="en-US" sz="1350" dirty="0"/>
          </a:p>
        </p:txBody>
      </p:sp>
      <p:sp>
        <p:nvSpPr>
          <p:cNvPr id="11" name="Text 9"/>
          <p:cNvSpPr/>
          <p:nvPr/>
        </p:nvSpPr>
        <p:spPr>
          <a:xfrm>
            <a:off x="5440680" y="2907792"/>
            <a:ext cx="365760" cy="585216"/>
          </a:xfrm>
          <a:prstGeom prst="rect">
            <a:avLst/>
          </a:prstGeom>
          <a:noFill/>
          <a:ln/>
        </p:spPr>
        <p:txBody>
          <a:bodyPr wrap="square" lIns="0" tIns="0" rIns="0" bIns="0" rtlCol="0" anchor="ctr"/>
          <a:lstStyle/>
          <a:p>
            <a:pPr marL="0" indent="0" algn="ctr">
              <a:buNone/>
            </a:pPr>
            <a:r>
              <a:rPr lang="en-US" sz="1300" dirty="0">
                <a:solidFill>
                  <a:srgbClr val="6F6889"/>
                </a:solidFill>
                <a:latin typeface="Arial" pitchFamily="34" charset="0"/>
                <a:ea typeface="Arial" pitchFamily="34" charset="-122"/>
                <a:cs typeface="Arial" pitchFamily="34" charset="-120"/>
              </a:rPr>
              <a:t>→</a:t>
            </a:r>
            <a:endParaRPr lang="en-US" sz="1300" dirty="0"/>
          </a:p>
        </p:txBody>
      </p:sp>
      <p:sp>
        <p:nvSpPr>
          <p:cNvPr id="12" name="Text 10"/>
          <p:cNvSpPr/>
          <p:nvPr/>
        </p:nvSpPr>
        <p:spPr>
          <a:xfrm>
            <a:off x="5897880" y="2907792"/>
            <a:ext cx="5150815" cy="585216"/>
          </a:xfrm>
          <a:prstGeom prst="rect">
            <a:avLst/>
          </a:prstGeom>
          <a:noFill/>
          <a:ln/>
        </p:spPr>
        <p:txBody>
          <a:bodyPr wrap="square" lIns="0" tIns="0" rIns="0" bIns="0" rtlCol="0" anchor="ctr"/>
          <a:lstStyle/>
          <a:p>
            <a:pPr marL="0" indent="0">
              <a:buNone/>
            </a:pPr>
            <a:r>
              <a:rPr lang="en-US" sz="1350" b="1" dirty="0">
                <a:solidFill>
                  <a:srgbClr val="ECE9F5"/>
                </a:solidFill>
                <a:latin typeface="Arial" pitchFamily="34" charset="0"/>
                <a:ea typeface="Arial" pitchFamily="34" charset="-122"/>
                <a:cs typeface="Arial" pitchFamily="34" charset="-120"/>
              </a:rPr>
              <a:t>時刻を基準に、先のぶんまで予約して鳴らす</a:t>
            </a:r>
            <a:endParaRPr lang="en-US" sz="1350" dirty="0"/>
          </a:p>
        </p:txBody>
      </p:sp>
      <p:sp>
        <p:nvSpPr>
          <p:cNvPr id="13" name="Shape 11"/>
          <p:cNvSpPr/>
          <p:nvPr/>
        </p:nvSpPr>
        <p:spPr>
          <a:xfrm>
            <a:off x="777240" y="3621024"/>
            <a:ext cx="10637215" cy="585216"/>
          </a:xfrm>
          <a:prstGeom prst="roundRect">
            <a:avLst>
              <a:gd name="adj" fmla="val 7813"/>
            </a:avLst>
          </a:prstGeom>
          <a:solidFill>
            <a:srgbClr val="262233"/>
          </a:solidFill>
          <a:ln/>
        </p:spPr>
        <p:txBody>
          <a:bodyPr/>
          <a:lstStyle/>
          <a:p>
            <a:endParaRPr lang="ja-JP" altLang="en-US"/>
          </a:p>
        </p:txBody>
      </p:sp>
      <p:sp>
        <p:nvSpPr>
          <p:cNvPr id="14" name="Text 12"/>
          <p:cNvSpPr/>
          <p:nvPr/>
        </p:nvSpPr>
        <p:spPr>
          <a:xfrm>
            <a:off x="1161288" y="3621024"/>
            <a:ext cx="4206240" cy="585216"/>
          </a:xfrm>
          <a:prstGeom prst="rect">
            <a:avLst/>
          </a:prstGeom>
          <a:noFill/>
          <a:ln/>
        </p:spPr>
        <p:txBody>
          <a:bodyPr wrap="square" lIns="0" tIns="0" rIns="0" bIns="0" rtlCol="0" anchor="ctr"/>
          <a:lstStyle/>
          <a:p>
            <a:pPr marL="0" indent="0">
              <a:buNone/>
            </a:pPr>
            <a:r>
              <a:rPr lang="en-US" sz="1350" dirty="0">
                <a:solidFill>
                  <a:srgbClr val="A49DBD"/>
                </a:solidFill>
                <a:latin typeface="Arial" pitchFamily="34" charset="0"/>
                <a:ea typeface="Arial" pitchFamily="34" charset="-122"/>
                <a:cs typeface="Arial" pitchFamily="34" charset="-120"/>
              </a:rPr>
              <a:t>コード計算が3か所に散らばる</a:t>
            </a:r>
            <a:endParaRPr lang="en-US" sz="1350" dirty="0"/>
          </a:p>
        </p:txBody>
      </p:sp>
      <p:sp>
        <p:nvSpPr>
          <p:cNvPr id="15" name="Text 13"/>
          <p:cNvSpPr/>
          <p:nvPr/>
        </p:nvSpPr>
        <p:spPr>
          <a:xfrm>
            <a:off x="5440680" y="3621024"/>
            <a:ext cx="365760" cy="585216"/>
          </a:xfrm>
          <a:prstGeom prst="rect">
            <a:avLst/>
          </a:prstGeom>
          <a:noFill/>
          <a:ln/>
        </p:spPr>
        <p:txBody>
          <a:bodyPr wrap="square" lIns="0" tIns="0" rIns="0" bIns="0" rtlCol="0" anchor="ctr"/>
          <a:lstStyle/>
          <a:p>
            <a:pPr marL="0" indent="0" algn="ctr">
              <a:buNone/>
            </a:pPr>
            <a:r>
              <a:rPr lang="en-US" sz="1300" dirty="0">
                <a:solidFill>
                  <a:srgbClr val="6F6889"/>
                </a:solidFill>
                <a:latin typeface="Arial" pitchFamily="34" charset="0"/>
                <a:ea typeface="Arial" pitchFamily="34" charset="-122"/>
                <a:cs typeface="Arial" pitchFamily="34" charset="-120"/>
              </a:rPr>
              <a:t>→</a:t>
            </a:r>
            <a:endParaRPr lang="en-US" sz="1300" dirty="0"/>
          </a:p>
        </p:txBody>
      </p:sp>
      <p:sp>
        <p:nvSpPr>
          <p:cNvPr id="16" name="Text 14"/>
          <p:cNvSpPr/>
          <p:nvPr/>
        </p:nvSpPr>
        <p:spPr>
          <a:xfrm>
            <a:off x="5897880" y="3621024"/>
            <a:ext cx="5150815" cy="585216"/>
          </a:xfrm>
          <a:prstGeom prst="rect">
            <a:avLst/>
          </a:prstGeom>
          <a:noFill/>
          <a:ln/>
        </p:spPr>
        <p:txBody>
          <a:bodyPr wrap="square" lIns="0" tIns="0" rIns="0" bIns="0" rtlCol="0" anchor="ctr"/>
          <a:lstStyle/>
          <a:p>
            <a:pPr marL="0" indent="0">
              <a:buNone/>
            </a:pPr>
            <a:r>
              <a:rPr lang="en-US" sz="1350" b="1" dirty="0">
                <a:solidFill>
                  <a:srgbClr val="ECE9F5"/>
                </a:solidFill>
                <a:latin typeface="Arial" pitchFamily="34" charset="0"/>
                <a:ea typeface="Arial" pitchFamily="34" charset="-122"/>
                <a:cs typeface="Arial" pitchFamily="34" charset="-120"/>
              </a:rPr>
              <a:t>理論エンジン1つにまとめ、G♭ と F♯ も書き分ける</a:t>
            </a:r>
            <a:endParaRPr lang="en-US" sz="1350" dirty="0"/>
          </a:p>
        </p:txBody>
      </p:sp>
      <p:sp>
        <p:nvSpPr>
          <p:cNvPr id="17" name="Shape 15"/>
          <p:cNvSpPr/>
          <p:nvPr/>
        </p:nvSpPr>
        <p:spPr>
          <a:xfrm>
            <a:off x="777240" y="4334256"/>
            <a:ext cx="10637215" cy="585216"/>
          </a:xfrm>
          <a:prstGeom prst="roundRect">
            <a:avLst>
              <a:gd name="adj" fmla="val 7813"/>
            </a:avLst>
          </a:prstGeom>
          <a:solidFill>
            <a:srgbClr val="1D1A26"/>
          </a:solidFill>
          <a:ln/>
        </p:spPr>
        <p:txBody>
          <a:bodyPr/>
          <a:lstStyle/>
          <a:p>
            <a:endParaRPr lang="ja-JP" altLang="en-US"/>
          </a:p>
        </p:txBody>
      </p:sp>
      <p:sp>
        <p:nvSpPr>
          <p:cNvPr id="18" name="Text 16"/>
          <p:cNvSpPr/>
          <p:nvPr/>
        </p:nvSpPr>
        <p:spPr>
          <a:xfrm>
            <a:off x="1161288" y="4334256"/>
            <a:ext cx="4206240" cy="585216"/>
          </a:xfrm>
          <a:prstGeom prst="rect">
            <a:avLst/>
          </a:prstGeom>
          <a:noFill/>
          <a:ln/>
        </p:spPr>
        <p:txBody>
          <a:bodyPr wrap="square" lIns="0" tIns="0" rIns="0" bIns="0" rtlCol="0" anchor="ctr"/>
          <a:lstStyle/>
          <a:p>
            <a:pPr marL="0" indent="0">
              <a:buNone/>
            </a:pPr>
            <a:r>
              <a:rPr lang="en-US" sz="1350" dirty="0">
                <a:solidFill>
                  <a:srgbClr val="A49DBD"/>
                </a:solidFill>
                <a:latin typeface="Arial" pitchFamily="34" charset="0"/>
                <a:ea typeface="Arial" pitchFamily="34" charset="-122"/>
                <a:cs typeface="Arial" pitchFamily="34" charset="-120"/>
              </a:rPr>
              <a:t>音がすぐ切れる</a:t>
            </a:r>
            <a:endParaRPr lang="en-US" sz="1350" dirty="0"/>
          </a:p>
        </p:txBody>
      </p:sp>
      <p:sp>
        <p:nvSpPr>
          <p:cNvPr id="19" name="Text 17"/>
          <p:cNvSpPr/>
          <p:nvPr/>
        </p:nvSpPr>
        <p:spPr>
          <a:xfrm>
            <a:off x="5440680" y="4334256"/>
            <a:ext cx="365760" cy="585216"/>
          </a:xfrm>
          <a:prstGeom prst="rect">
            <a:avLst/>
          </a:prstGeom>
          <a:noFill/>
          <a:ln/>
        </p:spPr>
        <p:txBody>
          <a:bodyPr wrap="square" lIns="0" tIns="0" rIns="0" bIns="0" rtlCol="0" anchor="ctr"/>
          <a:lstStyle/>
          <a:p>
            <a:pPr marL="0" indent="0" algn="ctr">
              <a:buNone/>
            </a:pPr>
            <a:r>
              <a:rPr lang="en-US" sz="1300" dirty="0">
                <a:solidFill>
                  <a:srgbClr val="6F6889"/>
                </a:solidFill>
                <a:latin typeface="Arial" pitchFamily="34" charset="0"/>
                <a:ea typeface="Arial" pitchFamily="34" charset="-122"/>
                <a:cs typeface="Arial" pitchFamily="34" charset="-120"/>
              </a:rPr>
              <a:t>→</a:t>
            </a:r>
            <a:endParaRPr lang="en-US" sz="1300" dirty="0"/>
          </a:p>
        </p:txBody>
      </p:sp>
      <p:sp>
        <p:nvSpPr>
          <p:cNvPr id="20" name="Text 18"/>
          <p:cNvSpPr/>
          <p:nvPr/>
        </p:nvSpPr>
        <p:spPr>
          <a:xfrm>
            <a:off x="5897880" y="4334256"/>
            <a:ext cx="5150815" cy="585216"/>
          </a:xfrm>
          <a:prstGeom prst="rect">
            <a:avLst/>
          </a:prstGeom>
          <a:noFill/>
          <a:ln/>
        </p:spPr>
        <p:txBody>
          <a:bodyPr wrap="square" lIns="0" tIns="0" rIns="0" bIns="0" rtlCol="0" anchor="ctr"/>
          <a:lstStyle/>
          <a:p>
            <a:pPr marL="0" indent="0">
              <a:buNone/>
            </a:pPr>
            <a:r>
              <a:rPr lang="en-US" sz="1350" b="1" dirty="0">
                <a:solidFill>
                  <a:srgbClr val="ECE9F5"/>
                </a:solidFill>
                <a:latin typeface="Arial" pitchFamily="34" charset="0"/>
                <a:ea typeface="Arial" pitchFamily="34" charset="-122"/>
                <a:cs typeface="Arial" pitchFamily="34" charset="-120"/>
              </a:rPr>
              <a:t>発音の長さ・余韻・減衰を持たせ、3段階で選べるように</a:t>
            </a:r>
            <a:endParaRPr lang="en-US" sz="1350" dirty="0"/>
          </a:p>
        </p:txBody>
      </p:sp>
      <p:sp>
        <p:nvSpPr>
          <p:cNvPr id="21" name="Shape 19"/>
          <p:cNvSpPr/>
          <p:nvPr/>
        </p:nvSpPr>
        <p:spPr>
          <a:xfrm>
            <a:off x="777240" y="5047488"/>
            <a:ext cx="10637215" cy="585216"/>
          </a:xfrm>
          <a:prstGeom prst="roundRect">
            <a:avLst>
              <a:gd name="adj" fmla="val 7813"/>
            </a:avLst>
          </a:prstGeom>
          <a:solidFill>
            <a:srgbClr val="262233"/>
          </a:solidFill>
          <a:ln/>
        </p:spPr>
        <p:txBody>
          <a:bodyPr/>
          <a:lstStyle/>
          <a:p>
            <a:endParaRPr lang="ja-JP" altLang="en-US"/>
          </a:p>
        </p:txBody>
      </p:sp>
      <p:sp>
        <p:nvSpPr>
          <p:cNvPr id="22" name="Text 20"/>
          <p:cNvSpPr/>
          <p:nvPr/>
        </p:nvSpPr>
        <p:spPr>
          <a:xfrm>
            <a:off x="1161288" y="5047488"/>
            <a:ext cx="4206240" cy="585216"/>
          </a:xfrm>
          <a:prstGeom prst="rect">
            <a:avLst/>
          </a:prstGeom>
          <a:noFill/>
          <a:ln/>
        </p:spPr>
        <p:txBody>
          <a:bodyPr wrap="square" lIns="0" tIns="0" rIns="0" bIns="0" rtlCol="0" anchor="ctr"/>
          <a:lstStyle/>
          <a:p>
            <a:pPr marL="0" indent="0">
              <a:buNone/>
            </a:pPr>
            <a:r>
              <a:rPr lang="en-US" sz="1350" dirty="0">
                <a:solidFill>
                  <a:srgbClr val="A49DBD"/>
                </a:solidFill>
                <a:latin typeface="Arial" pitchFamily="34" charset="0"/>
                <a:ea typeface="Arial" pitchFamily="34" charset="-122"/>
                <a:cs typeface="Arial" pitchFamily="34" charset="-120"/>
              </a:rPr>
              <a:t>1トラックしか鳴らない</a:t>
            </a:r>
            <a:endParaRPr lang="en-US" sz="1350" dirty="0"/>
          </a:p>
        </p:txBody>
      </p:sp>
      <p:sp>
        <p:nvSpPr>
          <p:cNvPr id="23" name="Text 21"/>
          <p:cNvSpPr/>
          <p:nvPr/>
        </p:nvSpPr>
        <p:spPr>
          <a:xfrm>
            <a:off x="5440680" y="5047488"/>
            <a:ext cx="365760" cy="585216"/>
          </a:xfrm>
          <a:prstGeom prst="rect">
            <a:avLst/>
          </a:prstGeom>
          <a:noFill/>
          <a:ln/>
        </p:spPr>
        <p:txBody>
          <a:bodyPr wrap="square" lIns="0" tIns="0" rIns="0" bIns="0" rtlCol="0" anchor="ctr"/>
          <a:lstStyle/>
          <a:p>
            <a:pPr marL="0" indent="0" algn="ctr">
              <a:buNone/>
            </a:pPr>
            <a:r>
              <a:rPr lang="en-US" sz="1300" dirty="0">
                <a:solidFill>
                  <a:srgbClr val="6F6889"/>
                </a:solidFill>
                <a:latin typeface="Arial" pitchFamily="34" charset="0"/>
                <a:ea typeface="Arial" pitchFamily="34" charset="-122"/>
                <a:cs typeface="Arial" pitchFamily="34" charset="-120"/>
              </a:rPr>
              <a:t>→</a:t>
            </a:r>
            <a:endParaRPr lang="en-US" sz="1300" dirty="0"/>
          </a:p>
        </p:txBody>
      </p:sp>
      <p:sp>
        <p:nvSpPr>
          <p:cNvPr id="24" name="Text 22"/>
          <p:cNvSpPr/>
          <p:nvPr/>
        </p:nvSpPr>
        <p:spPr>
          <a:xfrm>
            <a:off x="5897880" y="5047488"/>
            <a:ext cx="5150815" cy="585216"/>
          </a:xfrm>
          <a:prstGeom prst="rect">
            <a:avLst/>
          </a:prstGeom>
          <a:noFill/>
          <a:ln/>
        </p:spPr>
        <p:txBody>
          <a:bodyPr wrap="square" lIns="0" tIns="0" rIns="0" bIns="0" rtlCol="0" anchor="ctr"/>
          <a:lstStyle/>
          <a:p>
            <a:pPr marL="0" indent="0">
              <a:buNone/>
            </a:pPr>
            <a:r>
              <a:rPr lang="en-US" sz="1350" b="1" dirty="0">
                <a:solidFill>
                  <a:srgbClr val="ECE9F5"/>
                </a:solidFill>
                <a:latin typeface="Arial" pitchFamily="34" charset="0"/>
                <a:ea typeface="Arial" pitchFamily="34" charset="-122"/>
                <a:cs typeface="Arial" pitchFamily="34" charset="-120"/>
              </a:rPr>
              <a:t>複数トラックを同時に予約するのを標準にする</a:t>
            </a:r>
            <a:endParaRPr lang="en-US" sz="1350" dirty="0"/>
          </a:p>
        </p:txBody>
      </p:sp>
      <p:sp>
        <p:nvSpPr>
          <p:cNvPr id="25" name="Text 23"/>
          <p:cNvSpPr/>
          <p:nvPr/>
        </p:nvSpPr>
        <p:spPr>
          <a:xfrm>
            <a:off x="777240" y="5943600"/>
            <a:ext cx="10637215" cy="365760"/>
          </a:xfrm>
          <a:prstGeom prst="rect">
            <a:avLst/>
          </a:prstGeom>
          <a:noFill/>
          <a:ln/>
        </p:spPr>
        <p:txBody>
          <a:bodyPr wrap="square" lIns="0" tIns="0" rIns="0" bIns="0" rtlCol="0" anchor="ctr"/>
          <a:lstStyle/>
          <a:p>
            <a:pPr marL="0" indent="0">
              <a:buNone/>
            </a:pPr>
            <a:r>
              <a:rPr lang="en-US" sz="1300" dirty="0">
                <a:solidFill>
                  <a:srgbClr val="6D8DFF"/>
                </a:solidFill>
                <a:latin typeface="Arial" pitchFamily="34" charset="0"/>
                <a:ea typeface="Arial" pitchFamily="34" charset="-122"/>
                <a:cs typeface="Arial" pitchFamily="34" charset="-120"/>
              </a:rPr>
              <a:t>計算とデータの部分はブラウザを開かなくても動くように切り離したので、ロジックだけをテストできます。</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21A"/>
        </a:solidFill>
        <a:effectLst/>
      </p:bgPr>
    </p:bg>
    <p:spTree>
      <p:nvGrpSpPr>
        <p:cNvPr id="1" name=""/>
        <p:cNvGrpSpPr/>
        <p:nvPr/>
      </p:nvGrpSpPr>
      <p:grpSpPr>
        <a:xfrm>
          <a:off x="0" y="0"/>
          <a:ext cx="0" cy="0"/>
          <a:chOff x="0" y="0"/>
          <a:chExt cx="0" cy="0"/>
        </a:xfrm>
      </p:grpSpPr>
      <p:sp>
        <p:nvSpPr>
          <p:cNvPr id="2" name="Text 0"/>
          <p:cNvSpPr/>
          <p:nvPr/>
        </p:nvSpPr>
        <p:spPr>
          <a:xfrm>
            <a:off x="777240" y="420624"/>
            <a:ext cx="10637215" cy="256032"/>
          </a:xfrm>
          <a:prstGeom prst="rect">
            <a:avLst/>
          </a:prstGeom>
          <a:noFill/>
          <a:ln/>
        </p:spPr>
        <p:txBody>
          <a:bodyPr wrap="square" lIns="0" tIns="0" rIns="0" bIns="0" rtlCol="0" anchor="ctr"/>
          <a:lstStyle/>
          <a:p>
            <a:pPr marL="0" indent="0">
              <a:buNone/>
            </a:pPr>
            <a:r>
              <a:rPr lang="en-US" sz="1150" b="1" kern="0" spc="350" dirty="0">
                <a:solidFill>
                  <a:srgbClr val="6D8DFF"/>
                </a:solidFill>
                <a:latin typeface="Arial" pitchFamily="34" charset="0"/>
                <a:ea typeface="Arial" pitchFamily="34" charset="-122"/>
                <a:cs typeface="Arial" pitchFamily="34" charset="-120"/>
              </a:rPr>
              <a:t>いまの規模</a:t>
            </a:r>
            <a:endParaRPr lang="en-US" sz="1150" dirty="0"/>
          </a:p>
        </p:txBody>
      </p:sp>
      <p:sp>
        <p:nvSpPr>
          <p:cNvPr id="3" name="Text 1"/>
          <p:cNvSpPr/>
          <p:nvPr/>
        </p:nvSpPr>
        <p:spPr>
          <a:xfrm>
            <a:off x="777240" y="749808"/>
            <a:ext cx="10637215" cy="640080"/>
          </a:xfrm>
          <a:prstGeom prst="rect">
            <a:avLst/>
          </a:prstGeom>
          <a:noFill/>
          <a:ln/>
        </p:spPr>
        <p:txBody>
          <a:bodyPr wrap="square" lIns="0" tIns="0" rIns="0" bIns="0" rtlCol="0" anchor="t"/>
          <a:lstStyle/>
          <a:p>
            <a:pPr marL="0" indent="0">
              <a:buNone/>
            </a:pPr>
            <a:r>
              <a:rPr lang="en-US" sz="3200" b="1" dirty="0">
                <a:solidFill>
                  <a:srgbClr val="ECE9F5"/>
                </a:solidFill>
                <a:latin typeface="Arial" pitchFamily="34" charset="0"/>
                <a:ea typeface="Arial" pitchFamily="34" charset="-122"/>
                <a:cs typeface="Arial" pitchFamily="34" charset="-120"/>
              </a:rPr>
              <a:t>2026年7月時点。全部あたらしく書き直しました。</a:t>
            </a:r>
            <a:endParaRPr lang="en-US" sz="3200" dirty="0"/>
          </a:p>
        </p:txBody>
      </p:sp>
      <p:sp>
        <p:nvSpPr>
          <p:cNvPr id="4" name="Text 2"/>
          <p:cNvSpPr/>
          <p:nvPr/>
        </p:nvSpPr>
        <p:spPr>
          <a:xfrm>
            <a:off x="777240" y="2103120"/>
            <a:ext cx="2316404" cy="1188720"/>
          </a:xfrm>
          <a:prstGeom prst="rect">
            <a:avLst/>
          </a:prstGeom>
          <a:noFill/>
          <a:ln/>
        </p:spPr>
        <p:txBody>
          <a:bodyPr wrap="square" lIns="0" tIns="0" rIns="0" bIns="0" rtlCol="0" anchor="ctr"/>
          <a:lstStyle/>
          <a:p>
            <a:pPr marL="0" indent="0">
              <a:buNone/>
            </a:pPr>
            <a:r>
              <a:rPr lang="en-US" sz="6200" b="1" dirty="0">
                <a:solidFill>
                  <a:srgbClr val="6D8DFF"/>
                </a:solidFill>
                <a:latin typeface="Arial" pitchFamily="34" charset="0"/>
                <a:ea typeface="Arial" pitchFamily="34" charset="-122"/>
                <a:cs typeface="Arial" pitchFamily="34" charset="-120"/>
              </a:rPr>
              <a:t>6</a:t>
            </a:r>
            <a:endParaRPr lang="en-US" sz="6200" dirty="0"/>
          </a:p>
        </p:txBody>
      </p:sp>
      <p:sp>
        <p:nvSpPr>
          <p:cNvPr id="5" name="Shape 3"/>
          <p:cNvSpPr/>
          <p:nvPr/>
        </p:nvSpPr>
        <p:spPr>
          <a:xfrm>
            <a:off x="777240" y="3364992"/>
            <a:ext cx="822960" cy="82296"/>
          </a:xfrm>
          <a:prstGeom prst="roundRect">
            <a:avLst>
              <a:gd name="adj" fmla="val 222222"/>
            </a:avLst>
          </a:prstGeom>
          <a:solidFill>
            <a:srgbClr val="6D8DFF"/>
          </a:solidFill>
          <a:ln/>
        </p:spPr>
        <p:txBody>
          <a:bodyPr/>
          <a:lstStyle/>
          <a:p>
            <a:endParaRPr lang="ja-JP" altLang="en-US"/>
          </a:p>
        </p:txBody>
      </p:sp>
      <p:sp>
        <p:nvSpPr>
          <p:cNvPr id="6" name="Text 4"/>
          <p:cNvSpPr/>
          <p:nvPr/>
        </p:nvSpPr>
        <p:spPr>
          <a:xfrm>
            <a:off x="777240" y="3566160"/>
            <a:ext cx="2316404" cy="329184"/>
          </a:xfrm>
          <a:prstGeom prst="rect">
            <a:avLst/>
          </a:prstGeom>
          <a:noFill/>
          <a:ln/>
        </p:spPr>
        <p:txBody>
          <a:bodyPr wrap="square" lIns="0" tIns="0" rIns="0" bIns="0" rtlCol="0" anchor="ctr"/>
          <a:lstStyle/>
          <a:p>
            <a:pPr marL="0" indent="0">
              <a:buNone/>
            </a:pPr>
            <a:r>
              <a:rPr lang="en-US" sz="1400" dirty="0">
                <a:solidFill>
                  <a:srgbClr val="A49DBD"/>
                </a:solidFill>
                <a:latin typeface="Arial" pitchFamily="34" charset="0"/>
                <a:ea typeface="Arial" pitchFamily="34" charset="-122"/>
                <a:cs typeface="Arial" pitchFamily="34" charset="-120"/>
              </a:rPr>
              <a:t>画面</a:t>
            </a:r>
            <a:endParaRPr lang="en-US" sz="1400" dirty="0"/>
          </a:p>
        </p:txBody>
      </p:sp>
      <p:sp>
        <p:nvSpPr>
          <p:cNvPr id="7" name="Text 5"/>
          <p:cNvSpPr/>
          <p:nvPr/>
        </p:nvSpPr>
        <p:spPr>
          <a:xfrm>
            <a:off x="3550844" y="2103120"/>
            <a:ext cx="2316404" cy="1188720"/>
          </a:xfrm>
          <a:prstGeom prst="rect">
            <a:avLst/>
          </a:prstGeom>
          <a:noFill/>
          <a:ln/>
        </p:spPr>
        <p:txBody>
          <a:bodyPr wrap="square" lIns="0" tIns="0" rIns="0" bIns="0" rtlCol="0" anchor="ctr"/>
          <a:lstStyle/>
          <a:p>
            <a:pPr marL="0" indent="0">
              <a:buNone/>
            </a:pPr>
            <a:r>
              <a:rPr lang="en-US" sz="6200" b="1" dirty="0">
                <a:solidFill>
                  <a:srgbClr val="4ADE80"/>
                </a:solidFill>
                <a:latin typeface="Arial" pitchFamily="34" charset="0"/>
                <a:ea typeface="Arial" pitchFamily="34" charset="-122"/>
                <a:cs typeface="Arial" pitchFamily="34" charset="-120"/>
              </a:rPr>
              <a:t>20</a:t>
            </a:r>
            <a:endParaRPr lang="en-US" sz="6200" dirty="0"/>
          </a:p>
        </p:txBody>
      </p:sp>
      <p:sp>
        <p:nvSpPr>
          <p:cNvPr id="8" name="Shape 6"/>
          <p:cNvSpPr/>
          <p:nvPr/>
        </p:nvSpPr>
        <p:spPr>
          <a:xfrm>
            <a:off x="3550844" y="3364992"/>
            <a:ext cx="822960" cy="82296"/>
          </a:xfrm>
          <a:prstGeom prst="roundRect">
            <a:avLst>
              <a:gd name="adj" fmla="val 222222"/>
            </a:avLst>
          </a:prstGeom>
          <a:solidFill>
            <a:srgbClr val="4ADE80"/>
          </a:solidFill>
          <a:ln/>
        </p:spPr>
        <p:txBody>
          <a:bodyPr/>
          <a:lstStyle/>
          <a:p>
            <a:endParaRPr lang="ja-JP" altLang="en-US"/>
          </a:p>
        </p:txBody>
      </p:sp>
      <p:sp>
        <p:nvSpPr>
          <p:cNvPr id="9" name="Text 7"/>
          <p:cNvSpPr/>
          <p:nvPr/>
        </p:nvSpPr>
        <p:spPr>
          <a:xfrm>
            <a:off x="3550844" y="3566160"/>
            <a:ext cx="2316404" cy="329184"/>
          </a:xfrm>
          <a:prstGeom prst="rect">
            <a:avLst/>
          </a:prstGeom>
          <a:noFill/>
          <a:ln/>
        </p:spPr>
        <p:txBody>
          <a:bodyPr wrap="square" lIns="0" tIns="0" rIns="0" bIns="0" rtlCol="0" anchor="ctr"/>
          <a:lstStyle/>
          <a:p>
            <a:pPr marL="0" indent="0">
              <a:buNone/>
            </a:pPr>
            <a:r>
              <a:rPr lang="en-US" sz="1400" dirty="0">
                <a:solidFill>
                  <a:srgbClr val="A49DBD"/>
                </a:solidFill>
                <a:latin typeface="Arial" pitchFamily="34" charset="0"/>
                <a:ea typeface="Arial" pitchFamily="34" charset="-122"/>
                <a:cs typeface="Arial" pitchFamily="34" charset="-120"/>
              </a:rPr>
              <a:t>モジュール</a:t>
            </a:r>
            <a:endParaRPr lang="en-US" sz="1400" dirty="0"/>
          </a:p>
        </p:txBody>
      </p:sp>
      <p:sp>
        <p:nvSpPr>
          <p:cNvPr id="10" name="Text 8"/>
          <p:cNvSpPr/>
          <p:nvPr/>
        </p:nvSpPr>
        <p:spPr>
          <a:xfrm>
            <a:off x="6324448" y="2103120"/>
            <a:ext cx="2316404" cy="1188720"/>
          </a:xfrm>
          <a:prstGeom prst="rect">
            <a:avLst/>
          </a:prstGeom>
          <a:noFill/>
          <a:ln/>
        </p:spPr>
        <p:txBody>
          <a:bodyPr wrap="square" lIns="0" tIns="0" rIns="0" bIns="0" rtlCol="0" anchor="ctr"/>
          <a:lstStyle/>
          <a:p>
            <a:pPr marL="0" indent="0">
              <a:buNone/>
            </a:pPr>
            <a:r>
              <a:rPr lang="en-US" sz="6200" b="1" dirty="0">
                <a:solidFill>
                  <a:srgbClr val="F0A63C"/>
                </a:solidFill>
                <a:latin typeface="Arial" pitchFamily="34" charset="0"/>
                <a:ea typeface="Arial" pitchFamily="34" charset="-122"/>
                <a:cs typeface="Arial" pitchFamily="34" charset="-120"/>
              </a:rPr>
              <a:t>5,138</a:t>
            </a:r>
            <a:endParaRPr lang="en-US" sz="6200" dirty="0"/>
          </a:p>
        </p:txBody>
      </p:sp>
      <p:sp>
        <p:nvSpPr>
          <p:cNvPr id="11" name="Shape 9"/>
          <p:cNvSpPr/>
          <p:nvPr/>
        </p:nvSpPr>
        <p:spPr>
          <a:xfrm>
            <a:off x="6324448" y="3364992"/>
            <a:ext cx="822960" cy="82296"/>
          </a:xfrm>
          <a:prstGeom prst="roundRect">
            <a:avLst>
              <a:gd name="adj" fmla="val 222222"/>
            </a:avLst>
          </a:prstGeom>
          <a:solidFill>
            <a:srgbClr val="F0A63C"/>
          </a:solidFill>
          <a:ln/>
        </p:spPr>
        <p:txBody>
          <a:bodyPr/>
          <a:lstStyle/>
          <a:p>
            <a:endParaRPr lang="ja-JP" altLang="en-US"/>
          </a:p>
        </p:txBody>
      </p:sp>
      <p:sp>
        <p:nvSpPr>
          <p:cNvPr id="12" name="Text 10"/>
          <p:cNvSpPr/>
          <p:nvPr/>
        </p:nvSpPr>
        <p:spPr>
          <a:xfrm>
            <a:off x="6324448" y="3566160"/>
            <a:ext cx="2316404" cy="329184"/>
          </a:xfrm>
          <a:prstGeom prst="rect">
            <a:avLst/>
          </a:prstGeom>
          <a:noFill/>
          <a:ln/>
        </p:spPr>
        <p:txBody>
          <a:bodyPr wrap="square" lIns="0" tIns="0" rIns="0" bIns="0" rtlCol="0" anchor="ctr"/>
          <a:lstStyle/>
          <a:p>
            <a:pPr marL="0" indent="0">
              <a:buNone/>
            </a:pPr>
            <a:r>
              <a:rPr lang="en-US" sz="1400" dirty="0">
                <a:solidFill>
                  <a:srgbClr val="A49DBD"/>
                </a:solidFill>
                <a:latin typeface="Arial" pitchFamily="34" charset="0"/>
                <a:ea typeface="Arial" pitchFamily="34" charset="-122"/>
                <a:cs typeface="Arial" pitchFamily="34" charset="-120"/>
              </a:rPr>
              <a:t>行のJavaScript</a:t>
            </a:r>
            <a:endParaRPr lang="en-US" sz="1400" dirty="0"/>
          </a:p>
        </p:txBody>
      </p:sp>
      <p:sp>
        <p:nvSpPr>
          <p:cNvPr id="13" name="Text 11"/>
          <p:cNvSpPr/>
          <p:nvPr/>
        </p:nvSpPr>
        <p:spPr>
          <a:xfrm>
            <a:off x="9098051" y="2103120"/>
            <a:ext cx="2316404" cy="1188720"/>
          </a:xfrm>
          <a:prstGeom prst="rect">
            <a:avLst/>
          </a:prstGeom>
          <a:noFill/>
          <a:ln/>
        </p:spPr>
        <p:txBody>
          <a:bodyPr wrap="square" lIns="0" tIns="0" rIns="0" bIns="0" rtlCol="0" anchor="ctr"/>
          <a:lstStyle/>
          <a:p>
            <a:pPr marL="0" indent="0">
              <a:buNone/>
            </a:pPr>
            <a:r>
              <a:rPr lang="en-US" sz="6200" b="1" dirty="0">
                <a:solidFill>
                  <a:srgbClr val="F472B6"/>
                </a:solidFill>
                <a:latin typeface="Arial" pitchFamily="34" charset="0"/>
                <a:ea typeface="Arial" pitchFamily="34" charset="-122"/>
                <a:cs typeface="Arial" pitchFamily="34" charset="-120"/>
              </a:rPr>
              <a:t>254</a:t>
            </a:r>
            <a:endParaRPr lang="en-US" sz="6200" dirty="0"/>
          </a:p>
        </p:txBody>
      </p:sp>
      <p:sp>
        <p:nvSpPr>
          <p:cNvPr id="14" name="Shape 12"/>
          <p:cNvSpPr/>
          <p:nvPr/>
        </p:nvSpPr>
        <p:spPr>
          <a:xfrm>
            <a:off x="9098051" y="3364992"/>
            <a:ext cx="822960" cy="82296"/>
          </a:xfrm>
          <a:prstGeom prst="roundRect">
            <a:avLst>
              <a:gd name="adj" fmla="val 222222"/>
            </a:avLst>
          </a:prstGeom>
          <a:solidFill>
            <a:srgbClr val="F472B6"/>
          </a:solidFill>
          <a:ln/>
        </p:spPr>
        <p:txBody>
          <a:bodyPr/>
          <a:lstStyle/>
          <a:p>
            <a:endParaRPr lang="ja-JP" altLang="en-US"/>
          </a:p>
        </p:txBody>
      </p:sp>
      <p:sp>
        <p:nvSpPr>
          <p:cNvPr id="15" name="Text 13"/>
          <p:cNvSpPr/>
          <p:nvPr/>
        </p:nvSpPr>
        <p:spPr>
          <a:xfrm>
            <a:off x="9098051" y="3566160"/>
            <a:ext cx="2316404" cy="329184"/>
          </a:xfrm>
          <a:prstGeom prst="rect">
            <a:avLst/>
          </a:prstGeom>
          <a:noFill/>
          <a:ln/>
        </p:spPr>
        <p:txBody>
          <a:bodyPr wrap="square" lIns="0" tIns="0" rIns="0" bIns="0" rtlCol="0" anchor="ctr"/>
          <a:lstStyle/>
          <a:p>
            <a:pPr marL="0" indent="0">
              <a:buNone/>
            </a:pPr>
            <a:r>
              <a:rPr lang="en-US" sz="1400" dirty="0">
                <a:solidFill>
                  <a:srgbClr val="A49DBD"/>
                </a:solidFill>
                <a:latin typeface="Arial" pitchFamily="34" charset="0"/>
                <a:ea typeface="Arial" pitchFamily="34" charset="-122"/>
                <a:cs typeface="Arial" pitchFamily="34" charset="-120"/>
              </a:rPr>
              <a:t>テストが全通過</a:t>
            </a:r>
            <a:endParaRPr lang="en-US" sz="1400" dirty="0"/>
          </a:p>
        </p:txBody>
      </p:sp>
      <p:sp>
        <p:nvSpPr>
          <p:cNvPr id="16" name="Shape 14"/>
          <p:cNvSpPr/>
          <p:nvPr/>
        </p:nvSpPr>
        <p:spPr>
          <a:xfrm>
            <a:off x="777240" y="4434840"/>
            <a:ext cx="10637215" cy="1417320"/>
          </a:xfrm>
          <a:prstGeom prst="roundRect">
            <a:avLst>
              <a:gd name="adj" fmla="val 3871"/>
            </a:avLst>
          </a:prstGeom>
          <a:solidFill>
            <a:srgbClr val="1D1A26"/>
          </a:solidFill>
          <a:ln/>
        </p:spPr>
        <p:txBody>
          <a:bodyPr/>
          <a:lstStyle/>
          <a:p>
            <a:endParaRPr lang="ja-JP" altLang="en-US"/>
          </a:p>
        </p:txBody>
      </p:sp>
      <p:sp>
        <p:nvSpPr>
          <p:cNvPr id="17" name="Text 15"/>
          <p:cNvSpPr/>
          <p:nvPr/>
        </p:nvSpPr>
        <p:spPr>
          <a:xfrm>
            <a:off x="1234440" y="4645152"/>
            <a:ext cx="9722815" cy="329184"/>
          </a:xfrm>
          <a:prstGeom prst="rect">
            <a:avLst/>
          </a:prstGeom>
          <a:noFill/>
          <a:ln/>
        </p:spPr>
        <p:txBody>
          <a:bodyPr wrap="square" lIns="0" tIns="0" rIns="0" bIns="0" rtlCol="0" anchor="ctr"/>
          <a:lstStyle/>
          <a:p>
            <a:pPr marL="0" indent="0">
              <a:buNone/>
            </a:pPr>
            <a:r>
              <a:rPr lang="en-US" sz="1700" b="1" dirty="0">
                <a:solidFill>
                  <a:srgbClr val="35C7D9"/>
                </a:solidFill>
                <a:latin typeface="Arial" pitchFamily="34" charset="0"/>
                <a:ea typeface="Arial" pitchFamily="34" charset="-122"/>
                <a:cs typeface="Arial" pitchFamily="34" charset="-120"/>
              </a:rPr>
              <a:t>254件のテストは、ブラウザを開かずに走ります。</a:t>
            </a:r>
            <a:endParaRPr lang="en-US" sz="1700" dirty="0"/>
          </a:p>
        </p:txBody>
      </p:sp>
      <p:sp>
        <p:nvSpPr>
          <p:cNvPr id="18" name="Text 16"/>
          <p:cNvSpPr/>
          <p:nvPr/>
        </p:nvSpPr>
        <p:spPr>
          <a:xfrm>
            <a:off x="1234440" y="5029200"/>
            <a:ext cx="9722815" cy="731520"/>
          </a:xfrm>
          <a:prstGeom prst="rect">
            <a:avLst/>
          </a:prstGeom>
          <a:noFill/>
          <a:ln/>
        </p:spPr>
        <p:txBody>
          <a:bodyPr wrap="square" lIns="0" tIns="0" rIns="0" bIns="0" rtlCol="0" anchor="ctr"/>
          <a:lstStyle/>
          <a:p>
            <a:pPr marL="0" indent="0">
              <a:lnSpc>
                <a:spcPct val="150000"/>
              </a:lnSpc>
              <a:buNone/>
            </a:pPr>
            <a:r>
              <a:rPr lang="en-US" sz="1300" dirty="0">
                <a:solidFill>
                  <a:srgbClr val="A49DBD"/>
                </a:solidFill>
                <a:latin typeface="Arial" pitchFamily="34" charset="0"/>
                <a:ea typeface="Arial" pitchFamily="34" charset="-122"/>
                <a:cs typeface="Arial" pitchFamily="34" charset="-120"/>
              </a:rPr>
              <a:t>音名とMIDIの変換、コードの組み立て、テンション、音の役割、五度圏の座標、G♭とF♯の書き分け、ボイシング、進行の度数化と照合まで。</a:t>
            </a:r>
            <a:endParaRPr lang="en-US" sz="1300" dirty="0"/>
          </a:p>
          <a:p>
            <a:pPr marL="0" indent="0">
              <a:lnSpc>
                <a:spcPct val="150000"/>
              </a:lnSpc>
              <a:buNone/>
            </a:pPr>
            <a:r>
              <a:rPr lang="en-US" sz="1300" dirty="0">
                <a:solidFill>
                  <a:srgbClr val="A49DBD"/>
                </a:solidFill>
                <a:latin typeface="Arial" pitchFamily="34" charset="0"/>
                <a:ea typeface="Arial" pitchFamily="34" charset="-122"/>
                <a:cs typeface="Arial" pitchFamily="34" charset="-120"/>
              </a:rPr>
              <a:t>計算部分を画面から切り離したので、理論が合っているかどうかを画面を開かずに確かめられます。</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121A"/>
        </a:solidFill>
        <a:effectLst/>
      </p:bgPr>
    </p:bg>
    <p:spTree>
      <p:nvGrpSpPr>
        <p:cNvPr id="1" name=""/>
        <p:cNvGrpSpPr/>
        <p:nvPr/>
      </p:nvGrpSpPr>
      <p:grpSpPr>
        <a:xfrm>
          <a:off x="0" y="0"/>
          <a:ext cx="0" cy="0"/>
          <a:chOff x="0" y="0"/>
          <a:chExt cx="0" cy="0"/>
        </a:xfrm>
      </p:grpSpPr>
      <p:sp>
        <p:nvSpPr>
          <p:cNvPr id="2" name="Text 0"/>
          <p:cNvSpPr/>
          <p:nvPr/>
        </p:nvSpPr>
        <p:spPr>
          <a:xfrm>
            <a:off x="777240" y="420624"/>
            <a:ext cx="10637215" cy="256032"/>
          </a:xfrm>
          <a:prstGeom prst="rect">
            <a:avLst/>
          </a:prstGeom>
          <a:noFill/>
          <a:ln/>
        </p:spPr>
        <p:txBody>
          <a:bodyPr wrap="square" lIns="0" tIns="0" rIns="0" bIns="0" rtlCol="0" anchor="ctr"/>
          <a:lstStyle/>
          <a:p>
            <a:pPr marL="0" indent="0">
              <a:buNone/>
            </a:pPr>
            <a:r>
              <a:rPr lang="en-US" sz="1150" b="1" kern="0" spc="350" dirty="0">
                <a:solidFill>
                  <a:srgbClr val="6D8DFF"/>
                </a:solidFill>
                <a:latin typeface="Arial" pitchFamily="34" charset="0"/>
                <a:ea typeface="Arial" pitchFamily="34" charset="-122"/>
                <a:cs typeface="Arial" pitchFamily="34" charset="-120"/>
              </a:rPr>
              <a:t>これからの課題</a:t>
            </a:r>
            <a:endParaRPr lang="en-US" sz="1150" dirty="0"/>
          </a:p>
        </p:txBody>
      </p:sp>
      <p:sp>
        <p:nvSpPr>
          <p:cNvPr id="3" name="Text 1"/>
          <p:cNvSpPr/>
          <p:nvPr/>
        </p:nvSpPr>
        <p:spPr>
          <a:xfrm>
            <a:off x="777240" y="749808"/>
            <a:ext cx="10637215" cy="640080"/>
          </a:xfrm>
          <a:prstGeom prst="rect">
            <a:avLst/>
          </a:prstGeom>
          <a:noFill/>
          <a:ln/>
        </p:spPr>
        <p:txBody>
          <a:bodyPr wrap="square" lIns="0" tIns="0" rIns="0" bIns="0" rtlCol="0" anchor="t"/>
          <a:lstStyle/>
          <a:p>
            <a:pPr marL="0" indent="0">
              <a:buNone/>
            </a:pPr>
            <a:r>
              <a:rPr lang="en-US" sz="3200" b="1" dirty="0">
                <a:solidFill>
                  <a:srgbClr val="ECE9F5"/>
                </a:solidFill>
                <a:latin typeface="Arial" pitchFamily="34" charset="0"/>
                <a:ea typeface="Arial" pitchFamily="34" charset="-122"/>
                <a:cs typeface="Arial" pitchFamily="34" charset="-120"/>
              </a:rPr>
              <a:t>まだ、できていないことがあります。</a:t>
            </a:r>
            <a:endParaRPr lang="en-US" sz="3200" dirty="0"/>
          </a:p>
        </p:txBody>
      </p:sp>
      <p:sp>
        <p:nvSpPr>
          <p:cNvPr id="4" name="Shape 2"/>
          <p:cNvSpPr/>
          <p:nvPr/>
        </p:nvSpPr>
        <p:spPr>
          <a:xfrm>
            <a:off x="777240" y="1901952"/>
            <a:ext cx="201168" cy="201168"/>
          </a:xfrm>
          <a:prstGeom prst="roundRect">
            <a:avLst>
              <a:gd name="adj" fmla="val 31818"/>
            </a:avLst>
          </a:prstGeom>
          <a:solidFill>
            <a:srgbClr val="6D8DFF"/>
          </a:solidFill>
          <a:ln/>
        </p:spPr>
        <p:txBody>
          <a:bodyPr/>
          <a:lstStyle/>
          <a:p>
            <a:endParaRPr lang="ja-JP" altLang="en-US"/>
          </a:p>
        </p:txBody>
      </p:sp>
      <p:sp>
        <p:nvSpPr>
          <p:cNvPr id="5" name="Text 3"/>
          <p:cNvSpPr/>
          <p:nvPr/>
        </p:nvSpPr>
        <p:spPr>
          <a:xfrm>
            <a:off x="1161288" y="1847088"/>
            <a:ext cx="2926080" cy="310896"/>
          </a:xfrm>
          <a:prstGeom prst="rect">
            <a:avLst/>
          </a:prstGeom>
          <a:noFill/>
          <a:ln/>
        </p:spPr>
        <p:txBody>
          <a:bodyPr wrap="square" lIns="0" tIns="0" rIns="0" bIns="0" rtlCol="0" anchor="ctr"/>
          <a:lstStyle/>
          <a:p>
            <a:pPr marL="0" indent="0">
              <a:buNone/>
            </a:pPr>
            <a:r>
              <a:rPr lang="en-US" sz="1550" b="1" dirty="0">
                <a:solidFill>
                  <a:srgbClr val="ECE9F5"/>
                </a:solidFill>
                <a:latin typeface="Arial" pitchFamily="34" charset="0"/>
                <a:ea typeface="Arial" pitchFamily="34" charset="-122"/>
                <a:cs typeface="Arial" pitchFamily="34" charset="-120"/>
              </a:rPr>
              <a:t>自動ハモリ</a:t>
            </a:r>
            <a:endParaRPr lang="en-US" sz="1550" dirty="0"/>
          </a:p>
        </p:txBody>
      </p:sp>
      <p:sp>
        <p:nvSpPr>
          <p:cNvPr id="6" name="Text 4"/>
          <p:cNvSpPr/>
          <p:nvPr/>
        </p:nvSpPr>
        <p:spPr>
          <a:xfrm>
            <a:off x="1161288" y="2212848"/>
            <a:ext cx="10253167" cy="457200"/>
          </a:xfrm>
          <a:prstGeom prst="rect">
            <a:avLst/>
          </a:prstGeom>
          <a:noFill/>
          <a:ln/>
        </p:spPr>
        <p:txBody>
          <a:bodyPr wrap="square" lIns="0" tIns="0" rIns="0" bIns="0" rtlCol="0" anchor="ctr"/>
          <a:lstStyle/>
          <a:p>
            <a:pPr marL="0" indent="0">
              <a:buNone/>
            </a:pPr>
            <a:r>
              <a:rPr lang="en-US" sz="1300" dirty="0">
                <a:solidFill>
                  <a:srgbClr val="A49DBD"/>
                </a:solidFill>
                <a:latin typeface="Arial" pitchFamily="34" charset="0"/>
                <a:ea typeface="Arial" pitchFamily="34" charset="-122"/>
                <a:cs typeface="Arial" pitchFamily="34" charset="-120"/>
              </a:rPr>
              <a:t>メロディにワンタップで3度下ハモを付ける。ハモリ音が実はコードの中の音だった、という種明かしまでやりたい。</a:t>
            </a:r>
            <a:endParaRPr lang="en-US" sz="1300" dirty="0"/>
          </a:p>
        </p:txBody>
      </p:sp>
      <p:sp>
        <p:nvSpPr>
          <p:cNvPr id="7" name="Shape 5"/>
          <p:cNvSpPr/>
          <p:nvPr/>
        </p:nvSpPr>
        <p:spPr>
          <a:xfrm>
            <a:off x="777240" y="2761488"/>
            <a:ext cx="201168" cy="201168"/>
          </a:xfrm>
          <a:prstGeom prst="roundRect">
            <a:avLst>
              <a:gd name="adj" fmla="val 31818"/>
            </a:avLst>
          </a:prstGeom>
          <a:solidFill>
            <a:srgbClr val="4ADE80"/>
          </a:solidFill>
          <a:ln/>
        </p:spPr>
        <p:txBody>
          <a:bodyPr/>
          <a:lstStyle/>
          <a:p>
            <a:endParaRPr lang="ja-JP" altLang="en-US"/>
          </a:p>
        </p:txBody>
      </p:sp>
      <p:sp>
        <p:nvSpPr>
          <p:cNvPr id="8" name="Text 6"/>
          <p:cNvSpPr/>
          <p:nvPr/>
        </p:nvSpPr>
        <p:spPr>
          <a:xfrm>
            <a:off x="1161288" y="2706624"/>
            <a:ext cx="2926080" cy="310896"/>
          </a:xfrm>
          <a:prstGeom prst="rect">
            <a:avLst/>
          </a:prstGeom>
          <a:noFill/>
          <a:ln/>
        </p:spPr>
        <p:txBody>
          <a:bodyPr wrap="square" lIns="0" tIns="0" rIns="0" bIns="0" rtlCol="0" anchor="ctr"/>
          <a:lstStyle/>
          <a:p>
            <a:pPr marL="0" indent="0">
              <a:buNone/>
            </a:pPr>
            <a:r>
              <a:rPr lang="en-US" sz="1550" b="1" dirty="0">
                <a:solidFill>
                  <a:srgbClr val="ECE9F5"/>
                </a:solidFill>
                <a:latin typeface="Arial" pitchFamily="34" charset="0"/>
                <a:ea typeface="Arial" pitchFamily="34" charset="-122"/>
                <a:cs typeface="Arial" pitchFamily="34" charset="-120"/>
              </a:rPr>
              <a:t>止めずに切り替える</a:t>
            </a:r>
            <a:endParaRPr lang="en-US" sz="1550" dirty="0"/>
          </a:p>
        </p:txBody>
      </p:sp>
      <p:sp>
        <p:nvSpPr>
          <p:cNvPr id="9" name="Text 7"/>
          <p:cNvSpPr/>
          <p:nvPr/>
        </p:nvSpPr>
        <p:spPr>
          <a:xfrm>
            <a:off x="1161288" y="3072384"/>
            <a:ext cx="10253167" cy="457200"/>
          </a:xfrm>
          <a:prstGeom prst="rect">
            <a:avLst/>
          </a:prstGeom>
          <a:noFill/>
          <a:ln/>
        </p:spPr>
        <p:txBody>
          <a:bodyPr wrap="square" lIns="0" tIns="0" rIns="0" bIns="0" rtlCol="0" anchor="ctr"/>
          <a:lstStyle/>
          <a:p>
            <a:pPr marL="0" indent="0">
              <a:buNone/>
            </a:pPr>
            <a:r>
              <a:rPr lang="en-US" sz="1300" dirty="0">
                <a:solidFill>
                  <a:srgbClr val="A49DBD"/>
                </a:solidFill>
                <a:latin typeface="Arial" pitchFamily="34" charset="0"/>
                <a:ea typeface="Arial" pitchFamily="34" charset="-122"/>
                <a:cs typeface="Arial" pitchFamily="34" charset="-120"/>
              </a:rPr>
              <a:t>再生したままテンションをON/OFFする。テンポを止めずに響きだけ変わるのがいちばん効くはずなので。</a:t>
            </a:r>
            <a:endParaRPr lang="en-US" sz="1300" dirty="0"/>
          </a:p>
        </p:txBody>
      </p:sp>
      <p:sp>
        <p:nvSpPr>
          <p:cNvPr id="10" name="Shape 8"/>
          <p:cNvSpPr/>
          <p:nvPr/>
        </p:nvSpPr>
        <p:spPr>
          <a:xfrm>
            <a:off x="777240" y="3621024"/>
            <a:ext cx="201168" cy="201168"/>
          </a:xfrm>
          <a:prstGeom prst="roundRect">
            <a:avLst>
              <a:gd name="adj" fmla="val 31818"/>
            </a:avLst>
          </a:prstGeom>
          <a:solidFill>
            <a:srgbClr val="F0A63C"/>
          </a:solidFill>
          <a:ln/>
        </p:spPr>
        <p:txBody>
          <a:bodyPr/>
          <a:lstStyle/>
          <a:p>
            <a:endParaRPr lang="ja-JP" altLang="en-US"/>
          </a:p>
        </p:txBody>
      </p:sp>
      <p:sp>
        <p:nvSpPr>
          <p:cNvPr id="11" name="Text 9"/>
          <p:cNvSpPr/>
          <p:nvPr/>
        </p:nvSpPr>
        <p:spPr>
          <a:xfrm>
            <a:off x="1161288" y="3566160"/>
            <a:ext cx="2926080" cy="310896"/>
          </a:xfrm>
          <a:prstGeom prst="rect">
            <a:avLst/>
          </a:prstGeom>
          <a:noFill/>
          <a:ln/>
        </p:spPr>
        <p:txBody>
          <a:bodyPr wrap="square" lIns="0" tIns="0" rIns="0" bIns="0" rtlCol="0" anchor="ctr"/>
          <a:lstStyle/>
          <a:p>
            <a:pPr marL="0" indent="0">
              <a:buNone/>
            </a:pPr>
            <a:r>
              <a:rPr lang="en-US" sz="1550" b="1" dirty="0">
                <a:solidFill>
                  <a:srgbClr val="ECE9F5"/>
                </a:solidFill>
                <a:latin typeface="Arial" pitchFamily="34" charset="0"/>
                <a:ea typeface="Arial" pitchFamily="34" charset="-122"/>
                <a:cs typeface="Arial" pitchFamily="34" charset="-120"/>
              </a:rPr>
              <a:t>聴き比べの即時切替</a:t>
            </a:r>
            <a:endParaRPr lang="en-US" sz="1550" dirty="0"/>
          </a:p>
        </p:txBody>
      </p:sp>
      <p:sp>
        <p:nvSpPr>
          <p:cNvPr id="12" name="Text 10"/>
          <p:cNvSpPr/>
          <p:nvPr/>
        </p:nvSpPr>
        <p:spPr>
          <a:xfrm>
            <a:off x="1161288" y="3931920"/>
            <a:ext cx="10253167" cy="457200"/>
          </a:xfrm>
          <a:prstGeom prst="rect">
            <a:avLst/>
          </a:prstGeom>
          <a:noFill/>
          <a:ln/>
        </p:spPr>
        <p:txBody>
          <a:bodyPr wrap="square" lIns="0" tIns="0" rIns="0" bIns="0" rtlCol="0" anchor="ctr"/>
          <a:lstStyle/>
          <a:p>
            <a:pPr marL="0" indent="0">
              <a:buNone/>
            </a:pPr>
            <a:r>
              <a:rPr lang="en-US" sz="1300" dirty="0">
                <a:solidFill>
                  <a:srgbClr val="A49DBD"/>
                </a:solidFill>
                <a:latin typeface="Arial" pitchFamily="34" charset="0"/>
                <a:ea typeface="Arial" pitchFamily="34" charset="-122"/>
                <a:cs typeface="Arial" pitchFamily="34" charset="-120"/>
              </a:rPr>
              <a:t>いまは次のループの頭でしか切り替わらない。途中でも切り替えられるようにして、クイズも付けたい。</a:t>
            </a:r>
            <a:endParaRPr lang="en-US" sz="1300" dirty="0"/>
          </a:p>
        </p:txBody>
      </p:sp>
      <p:sp>
        <p:nvSpPr>
          <p:cNvPr id="13" name="Shape 11"/>
          <p:cNvSpPr/>
          <p:nvPr/>
        </p:nvSpPr>
        <p:spPr>
          <a:xfrm>
            <a:off x="777240" y="4480560"/>
            <a:ext cx="201168" cy="201168"/>
          </a:xfrm>
          <a:prstGeom prst="roundRect">
            <a:avLst>
              <a:gd name="adj" fmla="val 31818"/>
            </a:avLst>
          </a:prstGeom>
          <a:solidFill>
            <a:srgbClr val="F472B6"/>
          </a:solidFill>
          <a:ln/>
        </p:spPr>
        <p:txBody>
          <a:bodyPr/>
          <a:lstStyle/>
          <a:p>
            <a:endParaRPr lang="ja-JP" altLang="en-US"/>
          </a:p>
        </p:txBody>
      </p:sp>
      <p:sp>
        <p:nvSpPr>
          <p:cNvPr id="14" name="Text 12"/>
          <p:cNvSpPr/>
          <p:nvPr/>
        </p:nvSpPr>
        <p:spPr>
          <a:xfrm>
            <a:off x="1161288" y="4425696"/>
            <a:ext cx="2926080" cy="310896"/>
          </a:xfrm>
          <a:prstGeom prst="rect">
            <a:avLst/>
          </a:prstGeom>
          <a:noFill/>
          <a:ln/>
        </p:spPr>
        <p:txBody>
          <a:bodyPr wrap="square" lIns="0" tIns="0" rIns="0" bIns="0" rtlCol="0" anchor="ctr"/>
          <a:lstStyle/>
          <a:p>
            <a:pPr marL="0" indent="0">
              <a:buNone/>
            </a:pPr>
            <a:r>
              <a:rPr lang="en-US" sz="1550" b="1" dirty="0">
                <a:solidFill>
                  <a:srgbClr val="ECE9F5"/>
                </a:solidFill>
                <a:latin typeface="Arial" pitchFamily="34" charset="0"/>
                <a:ea typeface="Arial" pitchFamily="34" charset="-122"/>
                <a:cs typeface="Arial" pitchFamily="34" charset="-120"/>
              </a:rPr>
              <a:t>音源からの解析</a:t>
            </a:r>
            <a:endParaRPr lang="en-US" sz="1550" dirty="0"/>
          </a:p>
        </p:txBody>
      </p:sp>
      <p:sp>
        <p:nvSpPr>
          <p:cNvPr id="15" name="Text 13"/>
          <p:cNvSpPr/>
          <p:nvPr/>
        </p:nvSpPr>
        <p:spPr>
          <a:xfrm>
            <a:off x="1161288" y="4791456"/>
            <a:ext cx="10253167" cy="457200"/>
          </a:xfrm>
          <a:prstGeom prst="rect">
            <a:avLst/>
          </a:prstGeom>
          <a:noFill/>
          <a:ln/>
        </p:spPr>
        <p:txBody>
          <a:bodyPr wrap="square" lIns="0" tIns="0" rIns="0" bIns="0" rtlCol="0" anchor="ctr"/>
          <a:lstStyle/>
          <a:p>
            <a:pPr marL="0" indent="0">
              <a:buNone/>
            </a:pPr>
            <a:r>
              <a:rPr lang="en-US" sz="1300" dirty="0">
                <a:solidFill>
                  <a:srgbClr val="A49DBD"/>
                </a:solidFill>
                <a:latin typeface="Arial" pitchFamily="34" charset="0"/>
                <a:ea typeface="Arial" pitchFamily="34" charset="-122"/>
                <a:cs typeface="Arial" pitchFamily="34" charset="-120"/>
              </a:rPr>
              <a:t>自分が権利を持つ音源からコード進行を推定する。精度は期待できないので、最後に回しています。</a:t>
            </a:r>
            <a:endParaRPr lang="en-US" sz="1300" dirty="0"/>
          </a:p>
        </p:txBody>
      </p:sp>
      <p:sp>
        <p:nvSpPr>
          <p:cNvPr id="16" name="Shape 14"/>
          <p:cNvSpPr/>
          <p:nvPr/>
        </p:nvSpPr>
        <p:spPr>
          <a:xfrm>
            <a:off x="777240" y="5340096"/>
            <a:ext cx="201168" cy="201168"/>
          </a:xfrm>
          <a:prstGeom prst="roundRect">
            <a:avLst>
              <a:gd name="adj" fmla="val 31818"/>
            </a:avLst>
          </a:prstGeom>
          <a:solidFill>
            <a:srgbClr val="35C7D9"/>
          </a:solidFill>
          <a:ln/>
        </p:spPr>
        <p:txBody>
          <a:bodyPr/>
          <a:lstStyle/>
          <a:p>
            <a:endParaRPr lang="ja-JP" altLang="en-US"/>
          </a:p>
        </p:txBody>
      </p:sp>
      <p:sp>
        <p:nvSpPr>
          <p:cNvPr id="17" name="Text 15"/>
          <p:cNvSpPr/>
          <p:nvPr/>
        </p:nvSpPr>
        <p:spPr>
          <a:xfrm>
            <a:off x="1161288" y="5285232"/>
            <a:ext cx="2926080" cy="310896"/>
          </a:xfrm>
          <a:prstGeom prst="rect">
            <a:avLst/>
          </a:prstGeom>
          <a:noFill/>
          <a:ln/>
        </p:spPr>
        <p:txBody>
          <a:bodyPr wrap="square" lIns="0" tIns="0" rIns="0" bIns="0" rtlCol="0" anchor="ctr"/>
          <a:lstStyle/>
          <a:p>
            <a:pPr marL="0" indent="0">
              <a:buNone/>
            </a:pPr>
            <a:r>
              <a:rPr lang="en-US" sz="1550" b="1" dirty="0">
                <a:solidFill>
                  <a:srgbClr val="ECE9F5"/>
                </a:solidFill>
                <a:latin typeface="Arial" pitchFamily="34" charset="0"/>
                <a:ea typeface="Arial" pitchFamily="34" charset="-122"/>
                <a:cs typeface="Arial" pitchFamily="34" charset="-120"/>
              </a:rPr>
              <a:t>楽曲データの拡充</a:t>
            </a:r>
            <a:endParaRPr lang="en-US" sz="1550" dirty="0"/>
          </a:p>
        </p:txBody>
      </p:sp>
      <p:sp>
        <p:nvSpPr>
          <p:cNvPr id="18" name="Text 16"/>
          <p:cNvSpPr/>
          <p:nvPr/>
        </p:nvSpPr>
        <p:spPr>
          <a:xfrm>
            <a:off x="1161288" y="5650992"/>
            <a:ext cx="10253167" cy="457200"/>
          </a:xfrm>
          <a:prstGeom prst="rect">
            <a:avLst/>
          </a:prstGeom>
          <a:noFill/>
          <a:ln/>
        </p:spPr>
        <p:txBody>
          <a:bodyPr wrap="square" lIns="0" tIns="0" rIns="0" bIns="0" rtlCol="0" anchor="ctr"/>
          <a:lstStyle/>
          <a:p>
            <a:pPr marL="0" indent="0">
              <a:buNone/>
            </a:pPr>
            <a:r>
              <a:rPr lang="en-US" sz="1300" dirty="0">
                <a:solidFill>
                  <a:srgbClr val="A49DBD"/>
                </a:solidFill>
                <a:latin typeface="Arial" pitchFamily="34" charset="0"/>
                <a:ea typeface="Arial" pitchFamily="34" charset="-122"/>
                <a:cs typeface="Arial" pitchFamily="34" charset="-120"/>
              </a:rPr>
              <a:t>20〜30曲へ。載せる前に必ず自分の耳とコード譜で確かめる、というルールは崩さずにやります。</a:t>
            </a:r>
            <a:endParaRPr lang="en-US" sz="1300" dirty="0"/>
          </a:p>
        </p:txBody>
      </p:sp>
      <p:sp>
        <p:nvSpPr>
          <p:cNvPr id="19" name="Text 17"/>
          <p:cNvSpPr/>
          <p:nvPr/>
        </p:nvSpPr>
        <p:spPr>
          <a:xfrm>
            <a:off x="777240" y="6263640"/>
            <a:ext cx="10637215" cy="320040"/>
          </a:xfrm>
          <a:prstGeom prst="rect">
            <a:avLst/>
          </a:prstGeom>
          <a:noFill/>
          <a:ln/>
        </p:spPr>
        <p:txBody>
          <a:bodyPr wrap="square" lIns="0" tIns="0" rIns="0" bIns="0" rtlCol="0" anchor="ctr"/>
          <a:lstStyle/>
          <a:p>
            <a:pPr marL="0" indent="0">
              <a:buNone/>
            </a:pPr>
            <a:r>
              <a:rPr lang="en-US" sz="1300" dirty="0">
                <a:solidFill>
                  <a:srgbClr val="6D8DFF"/>
                </a:solidFill>
                <a:latin typeface="Arial" pitchFamily="34" charset="0"/>
                <a:ea typeface="Arial" pitchFamily="34" charset="-122"/>
                <a:cs typeface="Arial" pitchFamily="34" charset="-120"/>
              </a:rPr>
              <a:t>体感につながるものを先に、精度が読めないものを最後に。優先順位はその一点で決めています。</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21A"/>
        </a:solidFill>
        <a:effectLst/>
      </p:bgPr>
    </p:bg>
    <p:spTree>
      <p:nvGrpSpPr>
        <p:cNvPr id="1" name=""/>
        <p:cNvGrpSpPr/>
        <p:nvPr/>
      </p:nvGrpSpPr>
      <p:grpSpPr>
        <a:xfrm>
          <a:off x="0" y="0"/>
          <a:ext cx="0" cy="0"/>
          <a:chOff x="0" y="0"/>
          <a:chExt cx="0" cy="0"/>
        </a:xfrm>
      </p:grpSpPr>
      <p:sp>
        <p:nvSpPr>
          <p:cNvPr id="2" name="Text 0"/>
          <p:cNvSpPr/>
          <p:nvPr/>
        </p:nvSpPr>
        <p:spPr>
          <a:xfrm>
            <a:off x="777240" y="822960"/>
            <a:ext cx="10637215" cy="274320"/>
          </a:xfrm>
          <a:prstGeom prst="rect">
            <a:avLst/>
          </a:prstGeom>
          <a:noFill/>
          <a:ln/>
        </p:spPr>
        <p:txBody>
          <a:bodyPr wrap="square" lIns="0" tIns="0" rIns="0" bIns="0" rtlCol="0" anchor="ctr"/>
          <a:lstStyle/>
          <a:p>
            <a:pPr marL="0" indent="0">
              <a:buNone/>
            </a:pPr>
            <a:r>
              <a:rPr lang="en-US" sz="1150" b="1" kern="0" spc="350" dirty="0">
                <a:solidFill>
                  <a:srgbClr val="6D8DFF"/>
                </a:solidFill>
                <a:latin typeface="Arial" pitchFamily="34" charset="0"/>
                <a:ea typeface="Arial" pitchFamily="34" charset="-122"/>
                <a:cs typeface="Arial" pitchFamily="34" charset="-120"/>
              </a:rPr>
              <a:t>まとめ</a:t>
            </a:r>
            <a:endParaRPr lang="en-US" sz="1150" dirty="0"/>
          </a:p>
        </p:txBody>
      </p:sp>
      <p:sp>
        <p:nvSpPr>
          <p:cNvPr id="3" name="Text 1"/>
          <p:cNvSpPr/>
          <p:nvPr/>
        </p:nvSpPr>
        <p:spPr>
          <a:xfrm>
            <a:off x="777240" y="1234440"/>
            <a:ext cx="10637215" cy="1051560"/>
          </a:xfrm>
          <a:prstGeom prst="rect">
            <a:avLst/>
          </a:prstGeom>
          <a:noFill/>
          <a:ln/>
        </p:spPr>
        <p:txBody>
          <a:bodyPr wrap="square" lIns="0" tIns="0" rIns="0" bIns="0" rtlCol="0" anchor="ctr"/>
          <a:lstStyle/>
          <a:p>
            <a:pPr marL="0" indent="0">
              <a:buNone/>
            </a:pPr>
            <a:r>
              <a:rPr lang="en-US" sz="5200" b="1" dirty="0">
                <a:solidFill>
                  <a:srgbClr val="ECE9F5"/>
                </a:solidFill>
                <a:latin typeface="Arial" pitchFamily="34" charset="0"/>
                <a:ea typeface="Arial" pitchFamily="34" charset="-122"/>
                <a:cs typeface="Arial" pitchFamily="34" charset="-120"/>
              </a:rPr>
              <a:t>理屈より、</a:t>
            </a:r>
            <a:r>
              <a:rPr lang="en-US" sz="5200" b="1" dirty="0">
                <a:solidFill>
                  <a:srgbClr val="35C7D9"/>
                </a:solidFill>
                <a:latin typeface="Arial" pitchFamily="34" charset="0"/>
                <a:ea typeface="Arial" pitchFamily="34" charset="-122"/>
                <a:cs typeface="Arial" pitchFamily="34" charset="-120"/>
              </a:rPr>
              <a:t>まず積む。</a:t>
            </a:r>
            <a:endParaRPr lang="en-US" sz="5200" dirty="0"/>
          </a:p>
        </p:txBody>
      </p:sp>
      <p:sp>
        <p:nvSpPr>
          <p:cNvPr id="4" name="Shape 2"/>
          <p:cNvSpPr/>
          <p:nvPr/>
        </p:nvSpPr>
        <p:spPr>
          <a:xfrm>
            <a:off x="777240" y="2834640"/>
            <a:ext cx="219456" cy="658368"/>
          </a:xfrm>
          <a:prstGeom prst="roundRect">
            <a:avLst>
              <a:gd name="adj" fmla="val 58333"/>
            </a:avLst>
          </a:prstGeom>
          <a:solidFill>
            <a:srgbClr val="6D8DFF"/>
          </a:solidFill>
          <a:ln/>
        </p:spPr>
        <p:txBody>
          <a:bodyPr/>
          <a:lstStyle/>
          <a:p>
            <a:endParaRPr lang="ja-JP" altLang="en-US"/>
          </a:p>
        </p:txBody>
      </p:sp>
      <p:sp>
        <p:nvSpPr>
          <p:cNvPr id="5" name="Text 3"/>
          <p:cNvSpPr/>
          <p:nvPr/>
        </p:nvSpPr>
        <p:spPr>
          <a:xfrm>
            <a:off x="1280160" y="2834640"/>
            <a:ext cx="3931920" cy="365760"/>
          </a:xfrm>
          <a:prstGeom prst="rect">
            <a:avLst/>
          </a:prstGeom>
          <a:noFill/>
          <a:ln/>
        </p:spPr>
        <p:txBody>
          <a:bodyPr wrap="square" lIns="0" tIns="0" rIns="0" bIns="0" rtlCol="0" anchor="ctr"/>
          <a:lstStyle/>
          <a:p>
            <a:pPr marL="0" indent="0">
              <a:buNone/>
            </a:pPr>
            <a:r>
              <a:rPr lang="en-US" sz="1700" b="1" dirty="0">
                <a:solidFill>
                  <a:srgbClr val="ECE9F5"/>
                </a:solidFill>
                <a:latin typeface="Arial" pitchFamily="34" charset="0"/>
                <a:ea typeface="Arial" pitchFamily="34" charset="-122"/>
                <a:cs typeface="Arial" pitchFamily="34" charset="-120"/>
              </a:rPr>
              <a:t>音を先に、言葉をあとに</a:t>
            </a:r>
            <a:endParaRPr lang="en-US" sz="1700" dirty="0"/>
          </a:p>
        </p:txBody>
      </p:sp>
      <p:sp>
        <p:nvSpPr>
          <p:cNvPr id="6" name="Text 4"/>
          <p:cNvSpPr/>
          <p:nvPr/>
        </p:nvSpPr>
        <p:spPr>
          <a:xfrm>
            <a:off x="1280160" y="3218688"/>
            <a:ext cx="10134295" cy="502920"/>
          </a:xfrm>
          <a:prstGeom prst="rect">
            <a:avLst/>
          </a:prstGeom>
          <a:noFill/>
          <a:ln/>
        </p:spPr>
        <p:txBody>
          <a:bodyPr wrap="square" lIns="0" tIns="0" rIns="0" bIns="0" rtlCol="0" anchor="ctr"/>
          <a:lstStyle/>
          <a:p>
            <a:pPr marL="0" indent="0">
              <a:buNone/>
            </a:pPr>
            <a:r>
              <a:rPr lang="en-US" sz="1350" dirty="0">
                <a:solidFill>
                  <a:srgbClr val="A49DBD"/>
                </a:solidFill>
                <a:latin typeface="Arial" pitchFamily="34" charset="0"/>
                <a:ea typeface="Arial" pitchFamily="34" charset="-122"/>
                <a:cs typeface="Arial" pitchFamily="34" charset="-120"/>
              </a:rPr>
              <a:t>6つの画面すべてで「押す → 鳴る → 分かる」の順を守りました。用語を知らなくても入口に立てます。</a:t>
            </a:r>
            <a:endParaRPr lang="en-US" sz="1350" dirty="0"/>
          </a:p>
        </p:txBody>
      </p:sp>
      <p:sp>
        <p:nvSpPr>
          <p:cNvPr id="7" name="Shape 5"/>
          <p:cNvSpPr/>
          <p:nvPr/>
        </p:nvSpPr>
        <p:spPr>
          <a:xfrm>
            <a:off x="777240" y="3886200"/>
            <a:ext cx="219456" cy="658368"/>
          </a:xfrm>
          <a:prstGeom prst="roundRect">
            <a:avLst>
              <a:gd name="adj" fmla="val 58333"/>
            </a:avLst>
          </a:prstGeom>
          <a:solidFill>
            <a:srgbClr val="4ADE80"/>
          </a:solidFill>
          <a:ln/>
        </p:spPr>
        <p:txBody>
          <a:bodyPr/>
          <a:lstStyle/>
          <a:p>
            <a:endParaRPr lang="ja-JP" altLang="en-US"/>
          </a:p>
        </p:txBody>
      </p:sp>
      <p:sp>
        <p:nvSpPr>
          <p:cNvPr id="8" name="Text 6"/>
          <p:cNvSpPr/>
          <p:nvPr/>
        </p:nvSpPr>
        <p:spPr>
          <a:xfrm>
            <a:off x="1280160" y="3886200"/>
            <a:ext cx="3931920" cy="365760"/>
          </a:xfrm>
          <a:prstGeom prst="rect">
            <a:avLst/>
          </a:prstGeom>
          <a:noFill/>
          <a:ln/>
        </p:spPr>
        <p:txBody>
          <a:bodyPr wrap="square" lIns="0" tIns="0" rIns="0" bIns="0" rtlCol="0" anchor="ctr"/>
          <a:lstStyle/>
          <a:p>
            <a:pPr marL="0" indent="0">
              <a:buNone/>
            </a:pPr>
            <a:r>
              <a:rPr lang="en-US" sz="1700" b="1" dirty="0">
                <a:solidFill>
                  <a:srgbClr val="ECE9F5"/>
                </a:solidFill>
                <a:latin typeface="Arial" pitchFamily="34" charset="0"/>
                <a:ea typeface="Arial" pitchFamily="34" charset="-122"/>
                <a:cs typeface="Arial" pitchFamily="34" charset="-120"/>
              </a:rPr>
              <a:t>固定のデモにしない</a:t>
            </a:r>
            <a:endParaRPr lang="en-US" sz="1700" dirty="0"/>
          </a:p>
        </p:txBody>
      </p:sp>
      <p:sp>
        <p:nvSpPr>
          <p:cNvPr id="9" name="Text 7"/>
          <p:cNvSpPr/>
          <p:nvPr/>
        </p:nvSpPr>
        <p:spPr>
          <a:xfrm>
            <a:off x="1280160" y="4270248"/>
            <a:ext cx="10134295" cy="502920"/>
          </a:xfrm>
          <a:prstGeom prst="rect">
            <a:avLst/>
          </a:prstGeom>
          <a:noFill/>
          <a:ln/>
        </p:spPr>
        <p:txBody>
          <a:bodyPr wrap="square" lIns="0" tIns="0" rIns="0" bIns="0" rtlCol="0" anchor="ctr"/>
          <a:lstStyle/>
          <a:p>
            <a:pPr marL="0" indent="0">
              <a:buNone/>
            </a:pPr>
            <a:r>
              <a:rPr lang="en-US" sz="1350" dirty="0">
                <a:solidFill>
                  <a:srgbClr val="A49DBD"/>
                </a:solidFill>
                <a:latin typeface="Arial" pitchFamily="34" charset="0"/>
                <a:ea typeface="Arial" pitchFamily="34" charset="-122"/>
                <a:cs typeface="Arial" pitchFamily="34" charset="-120"/>
              </a:rPr>
              <a:t>構成音も移調も度数も提案も、全部その場で計算しています。どのコードを選んでも同じように動きます。</a:t>
            </a:r>
            <a:endParaRPr lang="en-US" sz="1350" dirty="0"/>
          </a:p>
        </p:txBody>
      </p:sp>
      <p:sp>
        <p:nvSpPr>
          <p:cNvPr id="10" name="Shape 8"/>
          <p:cNvSpPr/>
          <p:nvPr/>
        </p:nvSpPr>
        <p:spPr>
          <a:xfrm>
            <a:off x="777240" y="4937760"/>
            <a:ext cx="219456" cy="658368"/>
          </a:xfrm>
          <a:prstGeom prst="roundRect">
            <a:avLst>
              <a:gd name="adj" fmla="val 58333"/>
            </a:avLst>
          </a:prstGeom>
          <a:solidFill>
            <a:srgbClr val="F0A63C"/>
          </a:solidFill>
          <a:ln/>
        </p:spPr>
        <p:txBody>
          <a:bodyPr/>
          <a:lstStyle/>
          <a:p>
            <a:endParaRPr lang="ja-JP" altLang="en-US"/>
          </a:p>
        </p:txBody>
      </p:sp>
      <p:sp>
        <p:nvSpPr>
          <p:cNvPr id="11" name="Text 9"/>
          <p:cNvSpPr/>
          <p:nvPr/>
        </p:nvSpPr>
        <p:spPr>
          <a:xfrm>
            <a:off x="1280160" y="4937760"/>
            <a:ext cx="3931920" cy="365760"/>
          </a:xfrm>
          <a:prstGeom prst="rect">
            <a:avLst/>
          </a:prstGeom>
          <a:noFill/>
          <a:ln/>
        </p:spPr>
        <p:txBody>
          <a:bodyPr wrap="square" lIns="0" tIns="0" rIns="0" bIns="0" rtlCol="0" anchor="ctr"/>
          <a:lstStyle/>
          <a:p>
            <a:pPr marL="0" indent="0">
              <a:buNone/>
            </a:pPr>
            <a:r>
              <a:rPr lang="en-US" sz="1700" b="1" dirty="0">
                <a:solidFill>
                  <a:srgbClr val="ECE9F5"/>
                </a:solidFill>
                <a:latin typeface="Arial" pitchFamily="34" charset="0"/>
                <a:ea typeface="Arial" pitchFamily="34" charset="-122"/>
                <a:cs typeface="Arial" pitchFamily="34" charset="-120"/>
              </a:rPr>
              <a:t>初心者のうちに作った</a:t>
            </a:r>
            <a:endParaRPr lang="en-US" sz="1700" dirty="0"/>
          </a:p>
        </p:txBody>
      </p:sp>
      <p:sp>
        <p:nvSpPr>
          <p:cNvPr id="12" name="Text 10"/>
          <p:cNvSpPr/>
          <p:nvPr/>
        </p:nvSpPr>
        <p:spPr>
          <a:xfrm>
            <a:off x="1280160" y="5321808"/>
            <a:ext cx="10134295" cy="502920"/>
          </a:xfrm>
          <a:prstGeom prst="rect">
            <a:avLst/>
          </a:prstGeom>
          <a:noFill/>
          <a:ln/>
        </p:spPr>
        <p:txBody>
          <a:bodyPr wrap="square" lIns="0" tIns="0" rIns="0" bIns="0" rtlCol="0" anchor="ctr"/>
          <a:lstStyle/>
          <a:p>
            <a:pPr marL="0" indent="0">
              <a:buNone/>
            </a:pPr>
            <a:r>
              <a:rPr lang="en-US" sz="1350" dirty="0">
                <a:solidFill>
                  <a:srgbClr val="A49DBD"/>
                </a:solidFill>
                <a:latin typeface="Arial" pitchFamily="34" charset="0"/>
                <a:ea typeface="Arial" pitchFamily="34" charset="-122"/>
                <a:cs typeface="Arial" pitchFamily="34" charset="-120"/>
              </a:rPr>
              <a:t>何が分からないかを、まだ覚えているうちに作りました。自分がつまずいた場所が、そのまま機能になっています。</a:t>
            </a:r>
            <a:endParaRPr lang="en-US" sz="1350" dirty="0"/>
          </a:p>
        </p:txBody>
      </p:sp>
      <p:sp>
        <p:nvSpPr>
          <p:cNvPr id="13" name="Shape 11"/>
          <p:cNvSpPr/>
          <p:nvPr/>
        </p:nvSpPr>
        <p:spPr>
          <a:xfrm>
            <a:off x="0" y="6053328"/>
            <a:ext cx="417130" cy="804672"/>
          </a:xfrm>
          <a:prstGeom prst="roundRect">
            <a:avLst>
              <a:gd name="adj" fmla="val 6576"/>
            </a:avLst>
          </a:prstGeom>
          <a:solidFill>
            <a:srgbClr val="6D8DFF"/>
          </a:solidFill>
          <a:ln w="6350">
            <a:solidFill>
              <a:srgbClr val="33304A"/>
            </a:solidFill>
            <a:prstDash val="solid"/>
          </a:ln>
        </p:spPr>
        <p:txBody>
          <a:bodyPr/>
          <a:lstStyle/>
          <a:p>
            <a:endParaRPr lang="ja-JP" altLang="en-US"/>
          </a:p>
        </p:txBody>
      </p:sp>
      <p:sp>
        <p:nvSpPr>
          <p:cNvPr id="14" name="Shape 12"/>
          <p:cNvSpPr/>
          <p:nvPr/>
        </p:nvSpPr>
        <p:spPr>
          <a:xfrm>
            <a:off x="435418" y="6053328"/>
            <a:ext cx="417130" cy="804672"/>
          </a:xfrm>
          <a:prstGeom prst="roundRect">
            <a:avLst>
              <a:gd name="adj" fmla="val 6576"/>
            </a:avLst>
          </a:prstGeom>
          <a:solidFill>
            <a:srgbClr val="2B2739"/>
          </a:solidFill>
          <a:ln w="6350">
            <a:solidFill>
              <a:srgbClr val="33304A"/>
            </a:solidFill>
            <a:prstDash val="solid"/>
          </a:ln>
        </p:spPr>
        <p:txBody>
          <a:bodyPr/>
          <a:lstStyle/>
          <a:p>
            <a:endParaRPr lang="ja-JP" altLang="en-US"/>
          </a:p>
        </p:txBody>
      </p:sp>
      <p:sp>
        <p:nvSpPr>
          <p:cNvPr id="15" name="Shape 13"/>
          <p:cNvSpPr/>
          <p:nvPr/>
        </p:nvSpPr>
        <p:spPr>
          <a:xfrm>
            <a:off x="870835" y="6053328"/>
            <a:ext cx="417130" cy="804672"/>
          </a:xfrm>
          <a:prstGeom prst="roundRect">
            <a:avLst>
              <a:gd name="adj" fmla="val 6576"/>
            </a:avLst>
          </a:prstGeom>
          <a:solidFill>
            <a:srgbClr val="4ADE80"/>
          </a:solidFill>
          <a:ln w="6350">
            <a:solidFill>
              <a:srgbClr val="33304A"/>
            </a:solidFill>
            <a:prstDash val="solid"/>
          </a:ln>
        </p:spPr>
        <p:txBody>
          <a:bodyPr/>
          <a:lstStyle/>
          <a:p>
            <a:endParaRPr lang="ja-JP" altLang="en-US"/>
          </a:p>
        </p:txBody>
      </p:sp>
      <p:sp>
        <p:nvSpPr>
          <p:cNvPr id="16" name="Shape 14"/>
          <p:cNvSpPr/>
          <p:nvPr/>
        </p:nvSpPr>
        <p:spPr>
          <a:xfrm>
            <a:off x="1306253" y="6053328"/>
            <a:ext cx="417130" cy="804672"/>
          </a:xfrm>
          <a:prstGeom prst="roundRect">
            <a:avLst>
              <a:gd name="adj" fmla="val 6576"/>
            </a:avLst>
          </a:prstGeom>
          <a:solidFill>
            <a:srgbClr val="2B2739"/>
          </a:solidFill>
          <a:ln w="6350">
            <a:solidFill>
              <a:srgbClr val="33304A"/>
            </a:solidFill>
            <a:prstDash val="solid"/>
          </a:ln>
        </p:spPr>
        <p:txBody>
          <a:bodyPr/>
          <a:lstStyle/>
          <a:p>
            <a:endParaRPr lang="ja-JP" altLang="en-US"/>
          </a:p>
        </p:txBody>
      </p:sp>
      <p:sp>
        <p:nvSpPr>
          <p:cNvPr id="17" name="Shape 15"/>
          <p:cNvSpPr/>
          <p:nvPr/>
        </p:nvSpPr>
        <p:spPr>
          <a:xfrm>
            <a:off x="1741671" y="6053328"/>
            <a:ext cx="417130" cy="804672"/>
          </a:xfrm>
          <a:prstGeom prst="roundRect">
            <a:avLst>
              <a:gd name="adj" fmla="val 6576"/>
            </a:avLst>
          </a:prstGeom>
          <a:solidFill>
            <a:srgbClr val="F0A63C"/>
          </a:solidFill>
          <a:ln w="6350">
            <a:solidFill>
              <a:srgbClr val="33304A"/>
            </a:solidFill>
            <a:prstDash val="solid"/>
          </a:ln>
        </p:spPr>
        <p:txBody>
          <a:bodyPr/>
          <a:lstStyle/>
          <a:p>
            <a:endParaRPr lang="ja-JP" altLang="en-US"/>
          </a:p>
        </p:txBody>
      </p:sp>
      <p:sp>
        <p:nvSpPr>
          <p:cNvPr id="18" name="Shape 16"/>
          <p:cNvSpPr/>
          <p:nvPr/>
        </p:nvSpPr>
        <p:spPr>
          <a:xfrm>
            <a:off x="2177088" y="6053328"/>
            <a:ext cx="417130" cy="804672"/>
          </a:xfrm>
          <a:prstGeom prst="roundRect">
            <a:avLst>
              <a:gd name="adj" fmla="val 6576"/>
            </a:avLst>
          </a:prstGeom>
          <a:solidFill>
            <a:srgbClr val="2B2739"/>
          </a:solidFill>
          <a:ln w="6350">
            <a:solidFill>
              <a:srgbClr val="33304A"/>
            </a:solidFill>
            <a:prstDash val="solid"/>
          </a:ln>
        </p:spPr>
        <p:txBody>
          <a:bodyPr/>
          <a:lstStyle/>
          <a:p>
            <a:endParaRPr lang="ja-JP" altLang="en-US"/>
          </a:p>
        </p:txBody>
      </p:sp>
      <p:sp>
        <p:nvSpPr>
          <p:cNvPr id="19" name="Shape 17"/>
          <p:cNvSpPr/>
          <p:nvPr/>
        </p:nvSpPr>
        <p:spPr>
          <a:xfrm>
            <a:off x="2612506" y="6053328"/>
            <a:ext cx="417130" cy="804672"/>
          </a:xfrm>
          <a:prstGeom prst="roundRect">
            <a:avLst>
              <a:gd name="adj" fmla="val 6576"/>
            </a:avLst>
          </a:prstGeom>
          <a:solidFill>
            <a:srgbClr val="2B2739"/>
          </a:solidFill>
          <a:ln w="6350">
            <a:solidFill>
              <a:srgbClr val="33304A"/>
            </a:solidFill>
            <a:prstDash val="solid"/>
          </a:ln>
        </p:spPr>
        <p:txBody>
          <a:bodyPr/>
          <a:lstStyle/>
          <a:p>
            <a:endParaRPr lang="ja-JP" altLang="en-US"/>
          </a:p>
        </p:txBody>
      </p:sp>
      <p:sp>
        <p:nvSpPr>
          <p:cNvPr id="20" name="Shape 18"/>
          <p:cNvSpPr/>
          <p:nvPr/>
        </p:nvSpPr>
        <p:spPr>
          <a:xfrm>
            <a:off x="3047924" y="6053328"/>
            <a:ext cx="417130" cy="804672"/>
          </a:xfrm>
          <a:prstGeom prst="roundRect">
            <a:avLst>
              <a:gd name="adj" fmla="val 6576"/>
            </a:avLst>
          </a:prstGeom>
          <a:solidFill>
            <a:srgbClr val="2B2739"/>
          </a:solidFill>
          <a:ln w="6350">
            <a:solidFill>
              <a:srgbClr val="33304A"/>
            </a:solidFill>
            <a:prstDash val="solid"/>
          </a:ln>
        </p:spPr>
        <p:txBody>
          <a:bodyPr/>
          <a:lstStyle/>
          <a:p>
            <a:endParaRPr lang="ja-JP" altLang="en-US"/>
          </a:p>
        </p:txBody>
      </p:sp>
      <p:sp>
        <p:nvSpPr>
          <p:cNvPr id="21" name="Shape 19"/>
          <p:cNvSpPr/>
          <p:nvPr/>
        </p:nvSpPr>
        <p:spPr>
          <a:xfrm>
            <a:off x="3483341" y="6053328"/>
            <a:ext cx="417130" cy="804672"/>
          </a:xfrm>
          <a:prstGeom prst="roundRect">
            <a:avLst>
              <a:gd name="adj" fmla="val 6576"/>
            </a:avLst>
          </a:prstGeom>
          <a:solidFill>
            <a:srgbClr val="2B2739"/>
          </a:solidFill>
          <a:ln w="6350">
            <a:solidFill>
              <a:srgbClr val="33304A"/>
            </a:solidFill>
            <a:prstDash val="solid"/>
          </a:ln>
        </p:spPr>
        <p:txBody>
          <a:bodyPr/>
          <a:lstStyle/>
          <a:p>
            <a:endParaRPr lang="ja-JP" altLang="en-US"/>
          </a:p>
        </p:txBody>
      </p:sp>
      <p:sp>
        <p:nvSpPr>
          <p:cNvPr id="22" name="Shape 20"/>
          <p:cNvSpPr/>
          <p:nvPr/>
        </p:nvSpPr>
        <p:spPr>
          <a:xfrm>
            <a:off x="3918759" y="6053328"/>
            <a:ext cx="417130" cy="804672"/>
          </a:xfrm>
          <a:prstGeom prst="roundRect">
            <a:avLst>
              <a:gd name="adj" fmla="val 6576"/>
            </a:avLst>
          </a:prstGeom>
          <a:solidFill>
            <a:srgbClr val="2B2739"/>
          </a:solidFill>
          <a:ln w="6350">
            <a:solidFill>
              <a:srgbClr val="33304A"/>
            </a:solidFill>
            <a:prstDash val="solid"/>
          </a:ln>
        </p:spPr>
        <p:txBody>
          <a:bodyPr/>
          <a:lstStyle/>
          <a:p>
            <a:endParaRPr lang="ja-JP" altLang="en-US"/>
          </a:p>
        </p:txBody>
      </p:sp>
      <p:sp>
        <p:nvSpPr>
          <p:cNvPr id="23" name="Shape 21"/>
          <p:cNvSpPr/>
          <p:nvPr/>
        </p:nvSpPr>
        <p:spPr>
          <a:xfrm>
            <a:off x="4354177" y="6053328"/>
            <a:ext cx="417130" cy="804672"/>
          </a:xfrm>
          <a:prstGeom prst="roundRect">
            <a:avLst>
              <a:gd name="adj" fmla="val 6576"/>
            </a:avLst>
          </a:prstGeom>
          <a:solidFill>
            <a:srgbClr val="2B2739"/>
          </a:solidFill>
          <a:ln w="6350">
            <a:solidFill>
              <a:srgbClr val="33304A"/>
            </a:solidFill>
            <a:prstDash val="solid"/>
          </a:ln>
        </p:spPr>
        <p:txBody>
          <a:bodyPr/>
          <a:lstStyle/>
          <a:p>
            <a:endParaRPr lang="ja-JP" altLang="en-US"/>
          </a:p>
        </p:txBody>
      </p:sp>
      <p:sp>
        <p:nvSpPr>
          <p:cNvPr id="24" name="Shape 22"/>
          <p:cNvSpPr/>
          <p:nvPr/>
        </p:nvSpPr>
        <p:spPr>
          <a:xfrm>
            <a:off x="4789595" y="6053328"/>
            <a:ext cx="417130" cy="804672"/>
          </a:xfrm>
          <a:prstGeom prst="roundRect">
            <a:avLst>
              <a:gd name="adj" fmla="val 6576"/>
            </a:avLst>
          </a:prstGeom>
          <a:solidFill>
            <a:srgbClr val="2B2739"/>
          </a:solidFill>
          <a:ln w="6350">
            <a:solidFill>
              <a:srgbClr val="33304A"/>
            </a:solidFill>
            <a:prstDash val="solid"/>
          </a:ln>
        </p:spPr>
        <p:txBody>
          <a:bodyPr/>
          <a:lstStyle/>
          <a:p>
            <a:endParaRPr lang="ja-JP" altLang="en-US"/>
          </a:p>
        </p:txBody>
      </p:sp>
      <p:sp>
        <p:nvSpPr>
          <p:cNvPr id="25" name="Shape 23"/>
          <p:cNvSpPr/>
          <p:nvPr/>
        </p:nvSpPr>
        <p:spPr>
          <a:xfrm>
            <a:off x="5225012" y="6053328"/>
            <a:ext cx="417130" cy="804672"/>
          </a:xfrm>
          <a:prstGeom prst="roundRect">
            <a:avLst>
              <a:gd name="adj" fmla="val 6576"/>
            </a:avLst>
          </a:prstGeom>
          <a:solidFill>
            <a:srgbClr val="2B2739"/>
          </a:solidFill>
          <a:ln w="6350">
            <a:solidFill>
              <a:srgbClr val="33304A"/>
            </a:solidFill>
            <a:prstDash val="solid"/>
          </a:ln>
        </p:spPr>
        <p:txBody>
          <a:bodyPr/>
          <a:lstStyle/>
          <a:p>
            <a:endParaRPr lang="ja-JP" altLang="en-US"/>
          </a:p>
        </p:txBody>
      </p:sp>
      <p:sp>
        <p:nvSpPr>
          <p:cNvPr id="26" name="Shape 24"/>
          <p:cNvSpPr/>
          <p:nvPr/>
        </p:nvSpPr>
        <p:spPr>
          <a:xfrm>
            <a:off x="5660430" y="6053328"/>
            <a:ext cx="417130" cy="804672"/>
          </a:xfrm>
          <a:prstGeom prst="roundRect">
            <a:avLst>
              <a:gd name="adj" fmla="val 6576"/>
            </a:avLst>
          </a:prstGeom>
          <a:solidFill>
            <a:srgbClr val="2B2739"/>
          </a:solidFill>
          <a:ln w="6350">
            <a:solidFill>
              <a:srgbClr val="33304A"/>
            </a:solidFill>
            <a:prstDash val="solid"/>
          </a:ln>
        </p:spPr>
        <p:txBody>
          <a:bodyPr/>
          <a:lstStyle/>
          <a:p>
            <a:endParaRPr lang="ja-JP" altLang="en-US"/>
          </a:p>
        </p:txBody>
      </p:sp>
      <p:sp>
        <p:nvSpPr>
          <p:cNvPr id="27" name="Shape 25"/>
          <p:cNvSpPr/>
          <p:nvPr/>
        </p:nvSpPr>
        <p:spPr>
          <a:xfrm>
            <a:off x="6095848" y="6053328"/>
            <a:ext cx="417130" cy="804672"/>
          </a:xfrm>
          <a:prstGeom prst="roundRect">
            <a:avLst>
              <a:gd name="adj" fmla="val 6576"/>
            </a:avLst>
          </a:prstGeom>
          <a:solidFill>
            <a:srgbClr val="2B2739"/>
          </a:solidFill>
          <a:ln w="6350">
            <a:solidFill>
              <a:srgbClr val="33304A"/>
            </a:solidFill>
            <a:prstDash val="solid"/>
          </a:ln>
        </p:spPr>
        <p:txBody>
          <a:bodyPr/>
          <a:lstStyle/>
          <a:p>
            <a:endParaRPr lang="ja-JP" altLang="en-US"/>
          </a:p>
        </p:txBody>
      </p:sp>
      <p:sp>
        <p:nvSpPr>
          <p:cNvPr id="28" name="Shape 26"/>
          <p:cNvSpPr/>
          <p:nvPr/>
        </p:nvSpPr>
        <p:spPr>
          <a:xfrm>
            <a:off x="6531265" y="6053328"/>
            <a:ext cx="417130" cy="804672"/>
          </a:xfrm>
          <a:prstGeom prst="roundRect">
            <a:avLst>
              <a:gd name="adj" fmla="val 6576"/>
            </a:avLst>
          </a:prstGeom>
          <a:solidFill>
            <a:srgbClr val="35C7D9"/>
          </a:solidFill>
          <a:ln w="6350">
            <a:solidFill>
              <a:srgbClr val="33304A"/>
            </a:solidFill>
            <a:prstDash val="solid"/>
          </a:ln>
        </p:spPr>
        <p:txBody>
          <a:bodyPr/>
          <a:lstStyle/>
          <a:p>
            <a:endParaRPr lang="ja-JP" altLang="en-US"/>
          </a:p>
        </p:txBody>
      </p:sp>
      <p:sp>
        <p:nvSpPr>
          <p:cNvPr id="29" name="Shape 27"/>
          <p:cNvSpPr/>
          <p:nvPr/>
        </p:nvSpPr>
        <p:spPr>
          <a:xfrm>
            <a:off x="6966683" y="6053328"/>
            <a:ext cx="417130" cy="804672"/>
          </a:xfrm>
          <a:prstGeom prst="roundRect">
            <a:avLst>
              <a:gd name="adj" fmla="val 6576"/>
            </a:avLst>
          </a:prstGeom>
          <a:solidFill>
            <a:srgbClr val="2B2739"/>
          </a:solidFill>
          <a:ln w="6350">
            <a:solidFill>
              <a:srgbClr val="33304A"/>
            </a:solidFill>
            <a:prstDash val="solid"/>
          </a:ln>
        </p:spPr>
        <p:txBody>
          <a:bodyPr/>
          <a:lstStyle/>
          <a:p>
            <a:endParaRPr lang="ja-JP" altLang="en-US"/>
          </a:p>
        </p:txBody>
      </p:sp>
      <p:sp>
        <p:nvSpPr>
          <p:cNvPr id="30" name="Shape 28"/>
          <p:cNvSpPr/>
          <p:nvPr/>
        </p:nvSpPr>
        <p:spPr>
          <a:xfrm>
            <a:off x="7402101" y="6053328"/>
            <a:ext cx="417130" cy="804672"/>
          </a:xfrm>
          <a:prstGeom prst="roundRect">
            <a:avLst>
              <a:gd name="adj" fmla="val 6576"/>
            </a:avLst>
          </a:prstGeom>
          <a:solidFill>
            <a:srgbClr val="2B2739"/>
          </a:solidFill>
          <a:ln w="6350">
            <a:solidFill>
              <a:srgbClr val="33304A"/>
            </a:solidFill>
            <a:prstDash val="solid"/>
          </a:ln>
        </p:spPr>
        <p:txBody>
          <a:bodyPr/>
          <a:lstStyle/>
          <a:p>
            <a:endParaRPr lang="ja-JP" altLang="en-US"/>
          </a:p>
        </p:txBody>
      </p:sp>
      <p:sp>
        <p:nvSpPr>
          <p:cNvPr id="31" name="Shape 29"/>
          <p:cNvSpPr/>
          <p:nvPr/>
        </p:nvSpPr>
        <p:spPr>
          <a:xfrm>
            <a:off x="7837518" y="6053328"/>
            <a:ext cx="417130" cy="804672"/>
          </a:xfrm>
          <a:prstGeom prst="roundRect">
            <a:avLst>
              <a:gd name="adj" fmla="val 6576"/>
            </a:avLst>
          </a:prstGeom>
          <a:solidFill>
            <a:srgbClr val="2B2739"/>
          </a:solidFill>
          <a:ln w="6350">
            <a:solidFill>
              <a:srgbClr val="33304A"/>
            </a:solidFill>
            <a:prstDash val="solid"/>
          </a:ln>
        </p:spPr>
        <p:txBody>
          <a:bodyPr/>
          <a:lstStyle/>
          <a:p>
            <a:endParaRPr lang="ja-JP" altLang="en-US"/>
          </a:p>
        </p:txBody>
      </p:sp>
      <p:sp>
        <p:nvSpPr>
          <p:cNvPr id="32" name="Shape 30"/>
          <p:cNvSpPr/>
          <p:nvPr/>
        </p:nvSpPr>
        <p:spPr>
          <a:xfrm>
            <a:off x="8272936" y="6053328"/>
            <a:ext cx="417130" cy="804672"/>
          </a:xfrm>
          <a:prstGeom prst="roundRect">
            <a:avLst>
              <a:gd name="adj" fmla="val 6576"/>
            </a:avLst>
          </a:prstGeom>
          <a:solidFill>
            <a:srgbClr val="2B2739"/>
          </a:solidFill>
          <a:ln w="6350">
            <a:solidFill>
              <a:srgbClr val="33304A"/>
            </a:solidFill>
            <a:prstDash val="solid"/>
          </a:ln>
        </p:spPr>
        <p:txBody>
          <a:bodyPr/>
          <a:lstStyle/>
          <a:p>
            <a:endParaRPr lang="ja-JP" altLang="en-US"/>
          </a:p>
        </p:txBody>
      </p:sp>
      <p:sp>
        <p:nvSpPr>
          <p:cNvPr id="33" name="Shape 31"/>
          <p:cNvSpPr/>
          <p:nvPr/>
        </p:nvSpPr>
        <p:spPr>
          <a:xfrm>
            <a:off x="8708354" y="6053328"/>
            <a:ext cx="417130" cy="804672"/>
          </a:xfrm>
          <a:prstGeom prst="roundRect">
            <a:avLst>
              <a:gd name="adj" fmla="val 6576"/>
            </a:avLst>
          </a:prstGeom>
          <a:solidFill>
            <a:srgbClr val="2B2739"/>
          </a:solidFill>
          <a:ln w="6350">
            <a:solidFill>
              <a:srgbClr val="33304A"/>
            </a:solidFill>
            <a:prstDash val="solid"/>
          </a:ln>
        </p:spPr>
        <p:txBody>
          <a:bodyPr/>
          <a:lstStyle/>
          <a:p>
            <a:endParaRPr lang="ja-JP" altLang="en-US"/>
          </a:p>
        </p:txBody>
      </p:sp>
      <p:sp>
        <p:nvSpPr>
          <p:cNvPr id="34" name="Shape 32"/>
          <p:cNvSpPr/>
          <p:nvPr/>
        </p:nvSpPr>
        <p:spPr>
          <a:xfrm>
            <a:off x="9143771" y="6053328"/>
            <a:ext cx="417130" cy="804672"/>
          </a:xfrm>
          <a:prstGeom prst="roundRect">
            <a:avLst>
              <a:gd name="adj" fmla="val 6576"/>
            </a:avLst>
          </a:prstGeom>
          <a:solidFill>
            <a:srgbClr val="2B2739"/>
          </a:solidFill>
          <a:ln w="6350">
            <a:solidFill>
              <a:srgbClr val="33304A"/>
            </a:solidFill>
            <a:prstDash val="solid"/>
          </a:ln>
        </p:spPr>
        <p:txBody>
          <a:bodyPr/>
          <a:lstStyle/>
          <a:p>
            <a:endParaRPr lang="ja-JP" altLang="en-US"/>
          </a:p>
        </p:txBody>
      </p:sp>
      <p:sp>
        <p:nvSpPr>
          <p:cNvPr id="35" name="Shape 33"/>
          <p:cNvSpPr/>
          <p:nvPr/>
        </p:nvSpPr>
        <p:spPr>
          <a:xfrm>
            <a:off x="9579189" y="6053328"/>
            <a:ext cx="417130" cy="804672"/>
          </a:xfrm>
          <a:prstGeom prst="roundRect">
            <a:avLst>
              <a:gd name="adj" fmla="val 6576"/>
            </a:avLst>
          </a:prstGeom>
          <a:solidFill>
            <a:srgbClr val="2B2739"/>
          </a:solidFill>
          <a:ln w="6350">
            <a:solidFill>
              <a:srgbClr val="33304A"/>
            </a:solidFill>
            <a:prstDash val="solid"/>
          </a:ln>
        </p:spPr>
        <p:txBody>
          <a:bodyPr/>
          <a:lstStyle/>
          <a:p>
            <a:endParaRPr lang="ja-JP" altLang="en-US"/>
          </a:p>
        </p:txBody>
      </p:sp>
      <p:sp>
        <p:nvSpPr>
          <p:cNvPr id="36" name="Shape 34"/>
          <p:cNvSpPr/>
          <p:nvPr/>
        </p:nvSpPr>
        <p:spPr>
          <a:xfrm>
            <a:off x="10014607" y="6053328"/>
            <a:ext cx="417130" cy="804672"/>
          </a:xfrm>
          <a:prstGeom prst="roundRect">
            <a:avLst>
              <a:gd name="adj" fmla="val 6576"/>
            </a:avLst>
          </a:prstGeom>
          <a:solidFill>
            <a:srgbClr val="2B2739"/>
          </a:solidFill>
          <a:ln w="6350">
            <a:solidFill>
              <a:srgbClr val="33304A"/>
            </a:solidFill>
            <a:prstDash val="solid"/>
          </a:ln>
        </p:spPr>
        <p:txBody>
          <a:bodyPr/>
          <a:lstStyle/>
          <a:p>
            <a:endParaRPr lang="ja-JP" altLang="en-US"/>
          </a:p>
        </p:txBody>
      </p:sp>
      <p:sp>
        <p:nvSpPr>
          <p:cNvPr id="37" name="Shape 35"/>
          <p:cNvSpPr/>
          <p:nvPr/>
        </p:nvSpPr>
        <p:spPr>
          <a:xfrm>
            <a:off x="10450024" y="6053328"/>
            <a:ext cx="417130" cy="804672"/>
          </a:xfrm>
          <a:prstGeom prst="roundRect">
            <a:avLst>
              <a:gd name="adj" fmla="val 6576"/>
            </a:avLst>
          </a:prstGeom>
          <a:solidFill>
            <a:srgbClr val="2B2739"/>
          </a:solidFill>
          <a:ln w="6350">
            <a:solidFill>
              <a:srgbClr val="33304A"/>
            </a:solidFill>
            <a:prstDash val="solid"/>
          </a:ln>
        </p:spPr>
        <p:txBody>
          <a:bodyPr/>
          <a:lstStyle/>
          <a:p>
            <a:endParaRPr lang="ja-JP" altLang="en-US"/>
          </a:p>
        </p:txBody>
      </p:sp>
      <p:sp>
        <p:nvSpPr>
          <p:cNvPr id="38" name="Shape 36"/>
          <p:cNvSpPr/>
          <p:nvPr/>
        </p:nvSpPr>
        <p:spPr>
          <a:xfrm>
            <a:off x="10885442" y="6053328"/>
            <a:ext cx="417130" cy="804672"/>
          </a:xfrm>
          <a:prstGeom prst="roundRect">
            <a:avLst>
              <a:gd name="adj" fmla="val 6576"/>
            </a:avLst>
          </a:prstGeom>
          <a:solidFill>
            <a:srgbClr val="2B2739"/>
          </a:solidFill>
          <a:ln w="6350">
            <a:solidFill>
              <a:srgbClr val="33304A"/>
            </a:solidFill>
            <a:prstDash val="solid"/>
          </a:ln>
        </p:spPr>
        <p:txBody>
          <a:bodyPr/>
          <a:lstStyle/>
          <a:p>
            <a:endParaRPr lang="ja-JP" altLang="en-US"/>
          </a:p>
        </p:txBody>
      </p:sp>
      <p:sp>
        <p:nvSpPr>
          <p:cNvPr id="39" name="Shape 37"/>
          <p:cNvSpPr/>
          <p:nvPr/>
        </p:nvSpPr>
        <p:spPr>
          <a:xfrm>
            <a:off x="11320860" y="6053328"/>
            <a:ext cx="417130" cy="804672"/>
          </a:xfrm>
          <a:prstGeom prst="roundRect">
            <a:avLst>
              <a:gd name="adj" fmla="val 6576"/>
            </a:avLst>
          </a:prstGeom>
          <a:solidFill>
            <a:srgbClr val="2B2739"/>
          </a:solidFill>
          <a:ln w="6350">
            <a:solidFill>
              <a:srgbClr val="33304A"/>
            </a:solidFill>
            <a:prstDash val="solid"/>
          </a:ln>
        </p:spPr>
        <p:txBody>
          <a:bodyPr/>
          <a:lstStyle/>
          <a:p>
            <a:endParaRPr lang="ja-JP" altLang="en-US"/>
          </a:p>
        </p:txBody>
      </p:sp>
      <p:sp>
        <p:nvSpPr>
          <p:cNvPr id="40" name="Shape 38"/>
          <p:cNvSpPr/>
          <p:nvPr/>
        </p:nvSpPr>
        <p:spPr>
          <a:xfrm>
            <a:off x="11756278" y="6053328"/>
            <a:ext cx="417130" cy="804672"/>
          </a:xfrm>
          <a:prstGeom prst="roundRect">
            <a:avLst>
              <a:gd name="adj" fmla="val 6576"/>
            </a:avLst>
          </a:prstGeom>
          <a:solidFill>
            <a:srgbClr val="2B2739"/>
          </a:solidFill>
          <a:ln w="6350">
            <a:solidFill>
              <a:srgbClr val="33304A"/>
            </a:solidFill>
            <a:prstDash val="solid"/>
          </a:ln>
        </p:spPr>
        <p:txBody>
          <a:bodyPr/>
          <a:lstStyle/>
          <a:p>
            <a:endParaRPr lang="ja-JP" altLang="en-US"/>
          </a:p>
        </p:txBody>
      </p:sp>
      <p:sp>
        <p:nvSpPr>
          <p:cNvPr id="41" name="Shape 39"/>
          <p:cNvSpPr/>
          <p:nvPr/>
        </p:nvSpPr>
        <p:spPr>
          <a:xfrm>
            <a:off x="304792" y="6053328"/>
            <a:ext cx="261251" cy="498897"/>
          </a:xfrm>
          <a:prstGeom prst="roundRect">
            <a:avLst>
              <a:gd name="adj" fmla="val 17500"/>
            </a:avLst>
          </a:prstGeom>
          <a:solidFill>
            <a:srgbClr val="0C0A12"/>
          </a:solidFill>
          <a:ln w="6350">
            <a:solidFill>
              <a:srgbClr val="14121A"/>
            </a:solidFill>
            <a:prstDash val="solid"/>
          </a:ln>
        </p:spPr>
        <p:txBody>
          <a:bodyPr/>
          <a:lstStyle/>
          <a:p>
            <a:endParaRPr lang="ja-JP" altLang="en-US"/>
          </a:p>
        </p:txBody>
      </p:sp>
      <p:sp>
        <p:nvSpPr>
          <p:cNvPr id="42" name="Shape 40"/>
          <p:cNvSpPr/>
          <p:nvPr/>
        </p:nvSpPr>
        <p:spPr>
          <a:xfrm>
            <a:off x="740210" y="6053328"/>
            <a:ext cx="261251" cy="498897"/>
          </a:xfrm>
          <a:prstGeom prst="roundRect">
            <a:avLst>
              <a:gd name="adj" fmla="val 17500"/>
            </a:avLst>
          </a:prstGeom>
          <a:solidFill>
            <a:srgbClr val="0C0A12"/>
          </a:solidFill>
          <a:ln w="6350">
            <a:solidFill>
              <a:srgbClr val="14121A"/>
            </a:solidFill>
            <a:prstDash val="solid"/>
          </a:ln>
        </p:spPr>
        <p:txBody>
          <a:bodyPr/>
          <a:lstStyle/>
          <a:p>
            <a:endParaRPr lang="ja-JP" altLang="en-US"/>
          </a:p>
        </p:txBody>
      </p:sp>
      <p:sp>
        <p:nvSpPr>
          <p:cNvPr id="43" name="Shape 41"/>
          <p:cNvSpPr/>
          <p:nvPr/>
        </p:nvSpPr>
        <p:spPr>
          <a:xfrm>
            <a:off x="1611045" y="6053328"/>
            <a:ext cx="261251" cy="498897"/>
          </a:xfrm>
          <a:prstGeom prst="roundRect">
            <a:avLst>
              <a:gd name="adj" fmla="val 17500"/>
            </a:avLst>
          </a:prstGeom>
          <a:solidFill>
            <a:srgbClr val="0C0A12"/>
          </a:solidFill>
          <a:ln w="6350">
            <a:solidFill>
              <a:srgbClr val="14121A"/>
            </a:solidFill>
            <a:prstDash val="solid"/>
          </a:ln>
        </p:spPr>
        <p:txBody>
          <a:bodyPr/>
          <a:lstStyle/>
          <a:p>
            <a:endParaRPr lang="ja-JP" altLang="en-US"/>
          </a:p>
        </p:txBody>
      </p:sp>
      <p:sp>
        <p:nvSpPr>
          <p:cNvPr id="44" name="Shape 42"/>
          <p:cNvSpPr/>
          <p:nvPr/>
        </p:nvSpPr>
        <p:spPr>
          <a:xfrm>
            <a:off x="2046463" y="6053328"/>
            <a:ext cx="261251" cy="498897"/>
          </a:xfrm>
          <a:prstGeom prst="roundRect">
            <a:avLst>
              <a:gd name="adj" fmla="val 17500"/>
            </a:avLst>
          </a:prstGeom>
          <a:solidFill>
            <a:srgbClr val="0C0A12"/>
          </a:solidFill>
          <a:ln w="6350">
            <a:solidFill>
              <a:srgbClr val="14121A"/>
            </a:solidFill>
            <a:prstDash val="solid"/>
          </a:ln>
        </p:spPr>
        <p:txBody>
          <a:bodyPr/>
          <a:lstStyle/>
          <a:p>
            <a:endParaRPr lang="ja-JP" altLang="en-US"/>
          </a:p>
        </p:txBody>
      </p:sp>
      <p:sp>
        <p:nvSpPr>
          <p:cNvPr id="45" name="Shape 43"/>
          <p:cNvSpPr/>
          <p:nvPr/>
        </p:nvSpPr>
        <p:spPr>
          <a:xfrm>
            <a:off x="2481881" y="6053328"/>
            <a:ext cx="261251" cy="498897"/>
          </a:xfrm>
          <a:prstGeom prst="roundRect">
            <a:avLst>
              <a:gd name="adj" fmla="val 17500"/>
            </a:avLst>
          </a:prstGeom>
          <a:solidFill>
            <a:srgbClr val="0C0A12"/>
          </a:solidFill>
          <a:ln w="6350">
            <a:solidFill>
              <a:srgbClr val="14121A"/>
            </a:solidFill>
            <a:prstDash val="solid"/>
          </a:ln>
        </p:spPr>
        <p:txBody>
          <a:bodyPr/>
          <a:lstStyle/>
          <a:p>
            <a:endParaRPr lang="ja-JP" altLang="en-US"/>
          </a:p>
        </p:txBody>
      </p:sp>
      <p:sp>
        <p:nvSpPr>
          <p:cNvPr id="46" name="Shape 44"/>
          <p:cNvSpPr/>
          <p:nvPr/>
        </p:nvSpPr>
        <p:spPr>
          <a:xfrm>
            <a:off x="3352716" y="6053328"/>
            <a:ext cx="261251" cy="498897"/>
          </a:xfrm>
          <a:prstGeom prst="roundRect">
            <a:avLst>
              <a:gd name="adj" fmla="val 17500"/>
            </a:avLst>
          </a:prstGeom>
          <a:solidFill>
            <a:srgbClr val="0C0A12"/>
          </a:solidFill>
          <a:ln w="6350">
            <a:solidFill>
              <a:srgbClr val="14121A"/>
            </a:solidFill>
            <a:prstDash val="solid"/>
          </a:ln>
        </p:spPr>
        <p:txBody>
          <a:bodyPr/>
          <a:lstStyle/>
          <a:p>
            <a:endParaRPr lang="ja-JP" altLang="en-US"/>
          </a:p>
        </p:txBody>
      </p:sp>
      <p:sp>
        <p:nvSpPr>
          <p:cNvPr id="47" name="Shape 45"/>
          <p:cNvSpPr/>
          <p:nvPr/>
        </p:nvSpPr>
        <p:spPr>
          <a:xfrm>
            <a:off x="3788134" y="6053328"/>
            <a:ext cx="261251" cy="498897"/>
          </a:xfrm>
          <a:prstGeom prst="roundRect">
            <a:avLst>
              <a:gd name="adj" fmla="val 17500"/>
            </a:avLst>
          </a:prstGeom>
          <a:solidFill>
            <a:srgbClr val="0C0A12"/>
          </a:solidFill>
          <a:ln w="6350">
            <a:solidFill>
              <a:srgbClr val="14121A"/>
            </a:solidFill>
            <a:prstDash val="solid"/>
          </a:ln>
        </p:spPr>
        <p:txBody>
          <a:bodyPr/>
          <a:lstStyle/>
          <a:p>
            <a:endParaRPr lang="ja-JP" altLang="en-US"/>
          </a:p>
        </p:txBody>
      </p:sp>
      <p:sp>
        <p:nvSpPr>
          <p:cNvPr id="48" name="Shape 46"/>
          <p:cNvSpPr/>
          <p:nvPr/>
        </p:nvSpPr>
        <p:spPr>
          <a:xfrm>
            <a:off x="4658969" y="6053328"/>
            <a:ext cx="261251" cy="498897"/>
          </a:xfrm>
          <a:prstGeom prst="roundRect">
            <a:avLst>
              <a:gd name="adj" fmla="val 17500"/>
            </a:avLst>
          </a:prstGeom>
          <a:solidFill>
            <a:srgbClr val="0C0A12"/>
          </a:solidFill>
          <a:ln w="6350">
            <a:solidFill>
              <a:srgbClr val="14121A"/>
            </a:solidFill>
            <a:prstDash val="solid"/>
          </a:ln>
        </p:spPr>
        <p:txBody>
          <a:bodyPr/>
          <a:lstStyle/>
          <a:p>
            <a:endParaRPr lang="ja-JP" altLang="en-US"/>
          </a:p>
        </p:txBody>
      </p:sp>
      <p:sp>
        <p:nvSpPr>
          <p:cNvPr id="49" name="Shape 47"/>
          <p:cNvSpPr/>
          <p:nvPr/>
        </p:nvSpPr>
        <p:spPr>
          <a:xfrm>
            <a:off x="5094387" y="6053328"/>
            <a:ext cx="261251" cy="498897"/>
          </a:xfrm>
          <a:prstGeom prst="roundRect">
            <a:avLst>
              <a:gd name="adj" fmla="val 17500"/>
            </a:avLst>
          </a:prstGeom>
          <a:solidFill>
            <a:srgbClr val="0C0A12"/>
          </a:solidFill>
          <a:ln w="6350">
            <a:solidFill>
              <a:srgbClr val="14121A"/>
            </a:solidFill>
            <a:prstDash val="solid"/>
          </a:ln>
        </p:spPr>
        <p:txBody>
          <a:bodyPr/>
          <a:lstStyle/>
          <a:p>
            <a:endParaRPr lang="ja-JP" altLang="en-US"/>
          </a:p>
        </p:txBody>
      </p:sp>
      <p:sp>
        <p:nvSpPr>
          <p:cNvPr id="50" name="Shape 48"/>
          <p:cNvSpPr/>
          <p:nvPr/>
        </p:nvSpPr>
        <p:spPr>
          <a:xfrm>
            <a:off x="5529805" y="6053328"/>
            <a:ext cx="261251" cy="498897"/>
          </a:xfrm>
          <a:prstGeom prst="roundRect">
            <a:avLst>
              <a:gd name="adj" fmla="val 17500"/>
            </a:avLst>
          </a:prstGeom>
          <a:solidFill>
            <a:srgbClr val="F472B6"/>
          </a:solidFill>
          <a:ln w="6350">
            <a:solidFill>
              <a:srgbClr val="14121A"/>
            </a:solidFill>
            <a:prstDash val="solid"/>
          </a:ln>
        </p:spPr>
        <p:txBody>
          <a:bodyPr/>
          <a:lstStyle/>
          <a:p>
            <a:endParaRPr lang="ja-JP" altLang="en-US"/>
          </a:p>
        </p:txBody>
      </p:sp>
      <p:sp>
        <p:nvSpPr>
          <p:cNvPr id="51" name="Shape 49"/>
          <p:cNvSpPr/>
          <p:nvPr/>
        </p:nvSpPr>
        <p:spPr>
          <a:xfrm>
            <a:off x="6400640" y="6053328"/>
            <a:ext cx="261251" cy="498897"/>
          </a:xfrm>
          <a:prstGeom prst="roundRect">
            <a:avLst>
              <a:gd name="adj" fmla="val 17500"/>
            </a:avLst>
          </a:prstGeom>
          <a:solidFill>
            <a:srgbClr val="0C0A12"/>
          </a:solidFill>
          <a:ln w="6350">
            <a:solidFill>
              <a:srgbClr val="14121A"/>
            </a:solidFill>
            <a:prstDash val="solid"/>
          </a:ln>
        </p:spPr>
        <p:txBody>
          <a:bodyPr/>
          <a:lstStyle/>
          <a:p>
            <a:endParaRPr lang="ja-JP" altLang="en-US"/>
          </a:p>
        </p:txBody>
      </p:sp>
      <p:sp>
        <p:nvSpPr>
          <p:cNvPr id="52" name="Shape 50"/>
          <p:cNvSpPr/>
          <p:nvPr/>
        </p:nvSpPr>
        <p:spPr>
          <a:xfrm>
            <a:off x="6836058" y="6053328"/>
            <a:ext cx="261251" cy="498897"/>
          </a:xfrm>
          <a:prstGeom prst="roundRect">
            <a:avLst>
              <a:gd name="adj" fmla="val 17500"/>
            </a:avLst>
          </a:prstGeom>
          <a:solidFill>
            <a:srgbClr val="0C0A12"/>
          </a:solidFill>
          <a:ln w="6350">
            <a:solidFill>
              <a:srgbClr val="14121A"/>
            </a:solidFill>
            <a:prstDash val="solid"/>
          </a:ln>
        </p:spPr>
        <p:txBody>
          <a:bodyPr/>
          <a:lstStyle/>
          <a:p>
            <a:endParaRPr lang="ja-JP" altLang="en-US"/>
          </a:p>
        </p:txBody>
      </p:sp>
      <p:sp>
        <p:nvSpPr>
          <p:cNvPr id="53" name="Shape 51"/>
          <p:cNvSpPr/>
          <p:nvPr/>
        </p:nvSpPr>
        <p:spPr>
          <a:xfrm>
            <a:off x="7706893" y="6053328"/>
            <a:ext cx="261251" cy="498897"/>
          </a:xfrm>
          <a:prstGeom prst="roundRect">
            <a:avLst>
              <a:gd name="adj" fmla="val 17500"/>
            </a:avLst>
          </a:prstGeom>
          <a:solidFill>
            <a:srgbClr val="0C0A12"/>
          </a:solidFill>
          <a:ln w="6350">
            <a:solidFill>
              <a:srgbClr val="14121A"/>
            </a:solidFill>
            <a:prstDash val="solid"/>
          </a:ln>
        </p:spPr>
        <p:txBody>
          <a:bodyPr/>
          <a:lstStyle/>
          <a:p>
            <a:endParaRPr lang="ja-JP" altLang="en-US"/>
          </a:p>
        </p:txBody>
      </p:sp>
      <p:sp>
        <p:nvSpPr>
          <p:cNvPr id="54" name="Shape 52"/>
          <p:cNvSpPr/>
          <p:nvPr/>
        </p:nvSpPr>
        <p:spPr>
          <a:xfrm>
            <a:off x="8142311" y="6053328"/>
            <a:ext cx="261251" cy="498897"/>
          </a:xfrm>
          <a:prstGeom prst="roundRect">
            <a:avLst>
              <a:gd name="adj" fmla="val 17500"/>
            </a:avLst>
          </a:prstGeom>
          <a:solidFill>
            <a:srgbClr val="0C0A12"/>
          </a:solidFill>
          <a:ln w="6350">
            <a:solidFill>
              <a:srgbClr val="14121A"/>
            </a:solidFill>
            <a:prstDash val="solid"/>
          </a:ln>
        </p:spPr>
        <p:txBody>
          <a:bodyPr/>
          <a:lstStyle/>
          <a:p>
            <a:endParaRPr lang="ja-JP" altLang="en-US"/>
          </a:p>
        </p:txBody>
      </p:sp>
      <p:sp>
        <p:nvSpPr>
          <p:cNvPr id="55" name="Shape 53"/>
          <p:cNvSpPr/>
          <p:nvPr/>
        </p:nvSpPr>
        <p:spPr>
          <a:xfrm>
            <a:off x="8577728" y="6053328"/>
            <a:ext cx="261251" cy="498897"/>
          </a:xfrm>
          <a:prstGeom prst="roundRect">
            <a:avLst>
              <a:gd name="adj" fmla="val 17500"/>
            </a:avLst>
          </a:prstGeom>
          <a:solidFill>
            <a:srgbClr val="0C0A12"/>
          </a:solidFill>
          <a:ln w="6350">
            <a:solidFill>
              <a:srgbClr val="14121A"/>
            </a:solidFill>
            <a:prstDash val="solid"/>
          </a:ln>
        </p:spPr>
        <p:txBody>
          <a:bodyPr/>
          <a:lstStyle/>
          <a:p>
            <a:endParaRPr lang="ja-JP" altLang="en-US"/>
          </a:p>
        </p:txBody>
      </p:sp>
      <p:sp>
        <p:nvSpPr>
          <p:cNvPr id="56" name="Shape 54"/>
          <p:cNvSpPr/>
          <p:nvPr/>
        </p:nvSpPr>
        <p:spPr>
          <a:xfrm>
            <a:off x="9448564" y="6053328"/>
            <a:ext cx="261251" cy="498897"/>
          </a:xfrm>
          <a:prstGeom prst="roundRect">
            <a:avLst>
              <a:gd name="adj" fmla="val 17500"/>
            </a:avLst>
          </a:prstGeom>
          <a:solidFill>
            <a:srgbClr val="0C0A12"/>
          </a:solidFill>
          <a:ln w="6350">
            <a:solidFill>
              <a:srgbClr val="14121A"/>
            </a:solidFill>
            <a:prstDash val="solid"/>
          </a:ln>
        </p:spPr>
        <p:txBody>
          <a:bodyPr/>
          <a:lstStyle/>
          <a:p>
            <a:endParaRPr lang="ja-JP" altLang="en-US"/>
          </a:p>
        </p:txBody>
      </p:sp>
      <p:sp>
        <p:nvSpPr>
          <p:cNvPr id="57" name="Shape 55"/>
          <p:cNvSpPr/>
          <p:nvPr/>
        </p:nvSpPr>
        <p:spPr>
          <a:xfrm>
            <a:off x="9883981" y="6053328"/>
            <a:ext cx="261251" cy="498897"/>
          </a:xfrm>
          <a:prstGeom prst="roundRect">
            <a:avLst>
              <a:gd name="adj" fmla="val 17500"/>
            </a:avLst>
          </a:prstGeom>
          <a:solidFill>
            <a:srgbClr val="0C0A12"/>
          </a:solidFill>
          <a:ln w="6350">
            <a:solidFill>
              <a:srgbClr val="14121A"/>
            </a:solidFill>
            <a:prstDash val="solid"/>
          </a:ln>
        </p:spPr>
        <p:txBody>
          <a:bodyPr/>
          <a:lstStyle/>
          <a:p>
            <a:endParaRPr lang="ja-JP" altLang="en-US"/>
          </a:p>
        </p:txBody>
      </p:sp>
      <p:sp>
        <p:nvSpPr>
          <p:cNvPr id="58" name="Shape 56"/>
          <p:cNvSpPr/>
          <p:nvPr/>
        </p:nvSpPr>
        <p:spPr>
          <a:xfrm>
            <a:off x="10754817" y="6053328"/>
            <a:ext cx="261251" cy="498897"/>
          </a:xfrm>
          <a:prstGeom prst="roundRect">
            <a:avLst>
              <a:gd name="adj" fmla="val 17500"/>
            </a:avLst>
          </a:prstGeom>
          <a:solidFill>
            <a:srgbClr val="0C0A12"/>
          </a:solidFill>
          <a:ln w="6350">
            <a:solidFill>
              <a:srgbClr val="14121A"/>
            </a:solidFill>
            <a:prstDash val="solid"/>
          </a:ln>
        </p:spPr>
        <p:txBody>
          <a:bodyPr/>
          <a:lstStyle/>
          <a:p>
            <a:endParaRPr lang="ja-JP" altLang="en-US"/>
          </a:p>
        </p:txBody>
      </p:sp>
      <p:sp>
        <p:nvSpPr>
          <p:cNvPr id="59" name="Shape 57"/>
          <p:cNvSpPr/>
          <p:nvPr/>
        </p:nvSpPr>
        <p:spPr>
          <a:xfrm>
            <a:off x="11190235" y="6053328"/>
            <a:ext cx="261251" cy="498897"/>
          </a:xfrm>
          <a:prstGeom prst="roundRect">
            <a:avLst>
              <a:gd name="adj" fmla="val 17500"/>
            </a:avLst>
          </a:prstGeom>
          <a:solidFill>
            <a:srgbClr val="0C0A12"/>
          </a:solidFill>
          <a:ln w="6350">
            <a:solidFill>
              <a:srgbClr val="14121A"/>
            </a:solidFill>
            <a:prstDash val="solid"/>
          </a:ln>
        </p:spPr>
        <p:txBody>
          <a:bodyPr/>
          <a:lstStyle/>
          <a:p>
            <a:endParaRPr lang="ja-JP" altLang="en-US"/>
          </a:p>
        </p:txBody>
      </p:sp>
      <p:sp>
        <p:nvSpPr>
          <p:cNvPr id="60" name="Shape 58"/>
          <p:cNvSpPr/>
          <p:nvPr/>
        </p:nvSpPr>
        <p:spPr>
          <a:xfrm>
            <a:off x="11625652" y="6053328"/>
            <a:ext cx="261251" cy="498897"/>
          </a:xfrm>
          <a:prstGeom prst="roundRect">
            <a:avLst>
              <a:gd name="adj" fmla="val 17500"/>
            </a:avLst>
          </a:prstGeom>
          <a:solidFill>
            <a:srgbClr val="0C0A12"/>
          </a:solidFill>
          <a:ln w="6350">
            <a:solidFill>
              <a:srgbClr val="14121A"/>
            </a:solidFill>
            <a:prstDash val="solid"/>
          </a:ln>
        </p:spPr>
        <p:txBody>
          <a:bodyPr/>
          <a:lstStyle/>
          <a:p>
            <a:endParaRPr lang="ja-JP" alt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188</TotalTime>
  <Words>1159</Words>
  <Application>Microsoft Macintosh PowerPoint</Application>
  <PresentationFormat>ワイド画面</PresentationFormat>
  <Paragraphs>246</Paragraphs>
  <Slides>15</Slides>
  <Notes>15</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15</vt:i4>
      </vt:variant>
    </vt:vector>
  </HeadingPairs>
  <TitlesOfParts>
    <vt:vector size="17" baseType="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積み音（つみね）</dc:title>
  <dc:subject>PptxGenJS Presentation</dc:subject>
  <dc:creator>ryom</dc:creator>
  <cp:lastModifiedBy>美濃部稜</cp:lastModifiedBy>
  <cp:revision>2</cp:revision>
  <dcterms:created xsi:type="dcterms:W3CDTF">2026-07-31T04:06:30Z</dcterms:created>
  <dcterms:modified xsi:type="dcterms:W3CDTF">2026-07-31T07:16:28Z</dcterms:modified>
</cp:coreProperties>
</file>